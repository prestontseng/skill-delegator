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746" r:id="rId6"/>
    <p:sldId id="257" r:id="rId7"/>
    <p:sldId id="748" r:id="rId8"/>
    <p:sldId id="259" r:id="rId9"/>
    <p:sldId id="261" r:id="rId10"/>
    <p:sldId id="260" r:id="rId11"/>
    <p:sldId id="262" r:id="rId12"/>
    <p:sldId id="745" r:id="rId13"/>
    <p:sldId id="736" r:id="rId14"/>
    <p:sldId id="737" r:id="rId15"/>
    <p:sldId id="595" r:id="rId16"/>
    <p:sldId id="258" r:id="rId17"/>
    <p:sldId id="747" r:id="rId18"/>
  </p:sldIdLst>
  <p:sldSz cx="9144000" cy="5143500" type="screen16x9"/>
  <p:notesSz cx="7010400" cy="9296400"/>
  <p:defaultTextStyle>
    <a:defPPr>
      <a:defRPr lang="en-US"/>
    </a:defPPr>
    <a:lvl1pPr marL="0" algn="l" defTabSz="457303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303" algn="l" defTabSz="457303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606" algn="l" defTabSz="457303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909" algn="l" defTabSz="457303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9211" algn="l" defTabSz="457303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6514" algn="l" defTabSz="457303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3817" algn="l" defTabSz="457303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201120" algn="l" defTabSz="457303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8423" algn="l" defTabSz="457303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16" userDrawn="1">
          <p15:clr>
            <a:srgbClr val="A4A3A4"/>
          </p15:clr>
        </p15:guide>
        <p15:guide id="3" orient="horz" pos="44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ami Kurth" initials="TK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bw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3232"/>
    <a:srgbClr val="325A7A"/>
    <a:srgbClr val="4E5654"/>
    <a:srgbClr val="838487"/>
    <a:srgbClr val="3572A2"/>
    <a:srgbClr val="42B0E5"/>
    <a:srgbClr val="FFC748"/>
    <a:srgbClr val="FF9D46"/>
    <a:srgbClr val="737A78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15" autoAdjust="0"/>
    <p:restoredTop sz="89045" autoAdjust="0"/>
  </p:normalViewPr>
  <p:slideViewPr>
    <p:cSldViewPr snapToGrid="0">
      <p:cViewPr varScale="1">
        <p:scale>
          <a:sx n="136" d="100"/>
          <a:sy n="136" d="100"/>
        </p:scale>
        <p:origin x="216" y="472"/>
      </p:cViewPr>
      <p:guideLst>
        <p:guide pos="216"/>
        <p:guide orient="horz" pos="446"/>
      </p:guideLst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8" d="100"/>
        <a:sy n="98" d="100"/>
      </p:scale>
      <p:origin x="0" y="0"/>
    </p:cViewPr>
  </p:sorterViewPr>
  <p:notesViewPr>
    <p:cSldViewPr snapToGrid="0" showGuides="1">
      <p:cViewPr varScale="1">
        <p:scale>
          <a:sx n="114" d="100"/>
          <a:sy n="114" d="100"/>
        </p:scale>
        <p:origin x="3688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ire Hsu" userId="5e84eb8292681181" providerId="LiveId" clId="{75110F8D-34D6-53E3-9419-72742B8A45F7}"/>
    <pc:docChg chg="undo custSel addSld delSld modSld modMainMaster">
      <pc:chgData name="Claire Hsu" userId="5e84eb8292681181" providerId="LiveId" clId="{75110F8D-34D6-53E3-9419-72742B8A45F7}" dt="2026-01-21T07:08:46.994" v="56" actId="20577"/>
      <pc:docMkLst>
        <pc:docMk/>
      </pc:docMkLst>
      <pc:sldChg chg="modSp mod">
        <pc:chgData name="Claire Hsu" userId="5e84eb8292681181" providerId="LiveId" clId="{75110F8D-34D6-53E3-9419-72742B8A45F7}" dt="2026-01-21T07:08:46.994" v="56" actId="20577"/>
        <pc:sldMkLst>
          <pc:docMk/>
          <pc:sldMk cId="555722676" sldId="257"/>
        </pc:sldMkLst>
        <pc:spChg chg="mod">
          <ac:chgData name="Claire Hsu" userId="5e84eb8292681181" providerId="LiveId" clId="{75110F8D-34D6-53E3-9419-72742B8A45F7}" dt="2026-01-21T07:08:46.994" v="56" actId="20577"/>
          <ac:spMkLst>
            <pc:docMk/>
            <pc:sldMk cId="555722676" sldId="257"/>
            <ac:spMk id="2" creationId="{E1470EC9-DF9E-2011-8459-80B344A10EC1}"/>
          </ac:spMkLst>
        </pc:spChg>
      </pc:sldChg>
      <pc:sldChg chg="modSp mod">
        <pc:chgData name="Claire Hsu" userId="5e84eb8292681181" providerId="LiveId" clId="{75110F8D-34D6-53E3-9419-72742B8A45F7}" dt="2026-01-21T07:08:23.606" v="44" actId="1076"/>
        <pc:sldMkLst>
          <pc:docMk/>
          <pc:sldMk cId="203558856" sldId="595"/>
        </pc:sldMkLst>
        <pc:spChg chg="mod">
          <ac:chgData name="Claire Hsu" userId="5e84eb8292681181" providerId="LiveId" clId="{75110F8D-34D6-53E3-9419-72742B8A45F7}" dt="2026-01-21T07:08:15.323" v="43" actId="1036"/>
          <ac:spMkLst>
            <pc:docMk/>
            <pc:sldMk cId="203558856" sldId="595"/>
            <ac:spMk id="2" creationId="{00000000-0000-0000-0000-000000000000}"/>
          </ac:spMkLst>
        </pc:spChg>
        <pc:spChg chg="mod">
          <ac:chgData name="Claire Hsu" userId="5e84eb8292681181" providerId="LiveId" clId="{75110F8D-34D6-53E3-9419-72742B8A45F7}" dt="2026-01-21T07:08:23.606" v="44" actId="1076"/>
          <ac:spMkLst>
            <pc:docMk/>
            <pc:sldMk cId="203558856" sldId="595"/>
            <ac:spMk id="46" creationId="{00000000-0000-0000-0000-000000000000}"/>
          </ac:spMkLst>
        </pc:spChg>
        <pc:spChg chg="mod">
          <ac:chgData name="Claire Hsu" userId="5e84eb8292681181" providerId="LiveId" clId="{75110F8D-34D6-53E3-9419-72742B8A45F7}" dt="2026-01-21T07:08:23.606" v="44" actId="1076"/>
          <ac:spMkLst>
            <pc:docMk/>
            <pc:sldMk cId="203558856" sldId="595"/>
            <ac:spMk id="47" creationId="{00000000-0000-0000-0000-000000000000}"/>
          </ac:spMkLst>
        </pc:spChg>
        <pc:grpChg chg="mod">
          <ac:chgData name="Claire Hsu" userId="5e84eb8292681181" providerId="LiveId" clId="{75110F8D-34D6-53E3-9419-72742B8A45F7}" dt="2026-01-21T07:08:23.606" v="44" actId="1076"/>
          <ac:grpSpMkLst>
            <pc:docMk/>
            <pc:sldMk cId="203558856" sldId="595"/>
            <ac:grpSpMk id="4" creationId="{00000000-0000-0000-0000-000000000000}"/>
          </ac:grpSpMkLst>
        </pc:grpChg>
        <pc:grpChg chg="mod">
          <ac:chgData name="Claire Hsu" userId="5e84eb8292681181" providerId="LiveId" clId="{75110F8D-34D6-53E3-9419-72742B8A45F7}" dt="2026-01-21T07:08:23.606" v="44" actId="1076"/>
          <ac:grpSpMkLst>
            <pc:docMk/>
            <pc:sldMk cId="203558856" sldId="595"/>
            <ac:grpSpMk id="23" creationId="{00000000-0000-0000-0000-000000000000}"/>
          </ac:grpSpMkLst>
        </pc:grpChg>
        <pc:grpChg chg="mod">
          <ac:chgData name="Claire Hsu" userId="5e84eb8292681181" providerId="LiveId" clId="{75110F8D-34D6-53E3-9419-72742B8A45F7}" dt="2026-01-21T07:08:23.606" v="44" actId="1076"/>
          <ac:grpSpMkLst>
            <pc:docMk/>
            <pc:sldMk cId="203558856" sldId="595"/>
            <ac:grpSpMk id="54" creationId="{00000000-0000-0000-0000-000000000000}"/>
          </ac:grpSpMkLst>
        </pc:grpChg>
      </pc:sldChg>
      <pc:sldChg chg="add del">
        <pc:chgData name="Claire Hsu" userId="5e84eb8292681181" providerId="LiveId" clId="{75110F8D-34D6-53E3-9419-72742B8A45F7}" dt="2026-01-21T07:08:45.990" v="54"/>
        <pc:sldMkLst>
          <pc:docMk/>
          <pc:sldMk cId="3107688337" sldId="749"/>
        </pc:sldMkLst>
      </pc:sldChg>
      <pc:sldMasterChg chg="modSldLayout sldLayoutOrd">
        <pc:chgData name="Claire Hsu" userId="5e84eb8292681181" providerId="LiveId" clId="{75110F8D-34D6-53E3-9419-72742B8A45F7}" dt="2026-01-21T07:07:45.572" v="41"/>
        <pc:sldMasterMkLst>
          <pc:docMk/>
          <pc:sldMasterMk cId="3648582953" sldId="2147483648"/>
        </pc:sldMasterMkLst>
        <pc:sldLayoutChg chg="modSp mod">
          <pc:chgData name="Claire Hsu" userId="5e84eb8292681181" providerId="LiveId" clId="{75110F8D-34D6-53E3-9419-72742B8A45F7}" dt="2026-01-21T07:04:12.315" v="8" actId="1076"/>
          <pc:sldLayoutMkLst>
            <pc:docMk/>
            <pc:sldMasterMk cId="3648582953" sldId="2147483648"/>
            <pc:sldLayoutMk cId="0" sldId="2147483658"/>
          </pc:sldLayoutMkLst>
          <pc:picChg chg="mod">
            <ac:chgData name="Claire Hsu" userId="5e84eb8292681181" providerId="LiveId" clId="{75110F8D-34D6-53E3-9419-72742B8A45F7}" dt="2026-01-21T07:04:12.315" v="8" actId="1076"/>
            <ac:picMkLst>
              <pc:docMk/>
              <pc:sldMasterMk cId="3648582953" sldId="2147483648"/>
              <pc:sldLayoutMk cId="0" sldId="2147483658"/>
              <ac:picMk id="4" creationId="{539320DD-1C6C-AD69-EEA1-F25CB6CA59A0}"/>
            </ac:picMkLst>
          </pc:picChg>
        </pc:sldLayoutChg>
        <pc:sldLayoutChg chg="addSp delSp modSp mod">
          <pc:chgData name="Claire Hsu" userId="5e84eb8292681181" providerId="LiveId" clId="{75110F8D-34D6-53E3-9419-72742B8A45F7}" dt="2026-01-21T07:07:31.418" v="30" actId="21"/>
          <pc:sldLayoutMkLst>
            <pc:docMk/>
            <pc:sldMasterMk cId="3648582953" sldId="2147483648"/>
            <pc:sldLayoutMk cId="0" sldId="2147483664"/>
          </pc:sldLayoutMkLst>
          <pc:spChg chg="add mod">
            <ac:chgData name="Claire Hsu" userId="5e84eb8292681181" providerId="LiveId" clId="{75110F8D-34D6-53E3-9419-72742B8A45F7}" dt="2026-01-21T07:07:30.168" v="29" actId="767"/>
            <ac:spMkLst>
              <pc:docMk/>
              <pc:sldMasterMk cId="3648582953" sldId="2147483648"/>
              <pc:sldLayoutMk cId="0" sldId="2147483664"/>
              <ac:spMk id="4" creationId="{335F284F-BC14-DF3E-DE04-C018715D5456}"/>
            </ac:spMkLst>
          </pc:spChg>
          <pc:picChg chg="add del">
            <ac:chgData name="Claire Hsu" userId="5e84eb8292681181" providerId="LiveId" clId="{75110F8D-34D6-53E3-9419-72742B8A45F7}" dt="2026-01-21T07:07:31.418" v="30" actId="21"/>
            <ac:picMkLst>
              <pc:docMk/>
              <pc:sldMasterMk cId="3648582953" sldId="2147483648"/>
              <pc:sldLayoutMk cId="0" sldId="2147483664"/>
              <ac:picMk id="6" creationId="{8A0B3E58-EE21-B76C-2192-51DAAEFC1921}"/>
            </ac:picMkLst>
          </pc:picChg>
        </pc:sldLayoutChg>
        <pc:sldLayoutChg chg="addSp delSp modSp mod ord">
          <pc:chgData name="Claire Hsu" userId="5e84eb8292681181" providerId="LiveId" clId="{75110F8D-34D6-53E3-9419-72742B8A45F7}" dt="2026-01-21T07:07:45.572" v="41"/>
          <pc:sldLayoutMkLst>
            <pc:docMk/>
            <pc:sldMasterMk cId="3648582953" sldId="2147483648"/>
            <pc:sldLayoutMk cId="0" sldId="2147483666"/>
          </pc:sldLayoutMkLst>
          <pc:picChg chg="del">
            <ac:chgData name="Claire Hsu" userId="5e84eb8292681181" providerId="LiveId" clId="{75110F8D-34D6-53E3-9419-72742B8A45F7}" dt="2026-01-21T07:07:43.053" v="39" actId="21"/>
            <ac:picMkLst>
              <pc:docMk/>
              <pc:sldMasterMk cId="3648582953" sldId="2147483648"/>
              <pc:sldLayoutMk cId="0" sldId="2147483666"/>
              <ac:picMk id="3" creationId="{889B5EFF-979A-CE3E-1A93-2ECAEE39C23A}"/>
            </ac:picMkLst>
          </pc:picChg>
          <pc:picChg chg="add mod">
            <ac:chgData name="Claire Hsu" userId="5e84eb8292681181" providerId="LiveId" clId="{75110F8D-34D6-53E3-9419-72742B8A45F7}" dt="2026-01-21T07:07:45.572" v="41"/>
            <ac:picMkLst>
              <pc:docMk/>
              <pc:sldMasterMk cId="3648582953" sldId="2147483648"/>
              <pc:sldLayoutMk cId="0" sldId="2147483666"/>
              <ac:picMk id="5" creationId="{90D0A90F-1602-9B36-183B-FD3606FC0A39}"/>
            </ac:picMkLst>
          </pc:picChg>
          <pc:picChg chg="del">
            <ac:chgData name="Claire Hsu" userId="5e84eb8292681181" providerId="LiveId" clId="{75110F8D-34D6-53E3-9419-72742B8A45F7}" dt="2026-01-21T07:07:45.278" v="40" actId="478"/>
            <ac:picMkLst>
              <pc:docMk/>
              <pc:sldMasterMk cId="3648582953" sldId="2147483648"/>
              <pc:sldLayoutMk cId="0" sldId="2147483666"/>
              <ac:picMk id="9" creationId="{168DFC2A-6FCB-8342-BD0D-256562AFF6E2}"/>
            </ac:picMkLst>
          </pc:picChg>
        </pc:sldLayoutChg>
        <pc:sldLayoutChg chg="addSp delSp modSp mod">
          <pc:chgData name="Claire Hsu" userId="5e84eb8292681181" providerId="LiveId" clId="{75110F8D-34D6-53E3-9419-72742B8A45F7}" dt="2026-01-21T07:07:41.215" v="38"/>
          <pc:sldLayoutMkLst>
            <pc:docMk/>
            <pc:sldMasterMk cId="3648582953" sldId="2147483648"/>
            <pc:sldLayoutMk cId="128265149" sldId="2147483671"/>
          </pc:sldLayoutMkLst>
          <pc:picChg chg="del">
            <ac:chgData name="Claire Hsu" userId="5e84eb8292681181" providerId="LiveId" clId="{75110F8D-34D6-53E3-9419-72742B8A45F7}" dt="2026-01-21T07:05:06.404" v="9" actId="478"/>
            <ac:picMkLst>
              <pc:docMk/>
              <pc:sldMasterMk cId="3648582953" sldId="2147483648"/>
              <pc:sldLayoutMk cId="128265149" sldId="2147483671"/>
              <ac:picMk id="3" creationId="{53C8FB99-B9D5-F420-09A8-20C3E987C514}"/>
            </ac:picMkLst>
          </pc:picChg>
          <pc:picChg chg="add mod">
            <ac:chgData name="Claire Hsu" userId="5e84eb8292681181" providerId="LiveId" clId="{75110F8D-34D6-53E3-9419-72742B8A45F7}" dt="2026-01-21T07:05:06.727" v="10"/>
            <ac:picMkLst>
              <pc:docMk/>
              <pc:sldMasterMk cId="3648582953" sldId="2147483648"/>
              <pc:sldLayoutMk cId="128265149" sldId="2147483671"/>
              <ac:picMk id="5" creationId="{389DF684-458E-EFA9-D06B-AAD63B3E0D46}"/>
            </ac:picMkLst>
          </pc:picChg>
          <pc:picChg chg="add del mod">
            <ac:chgData name="Claire Hsu" userId="5e84eb8292681181" providerId="LiveId" clId="{75110F8D-34D6-53E3-9419-72742B8A45F7}" dt="2026-01-21T07:07:40.456" v="37" actId="21"/>
            <ac:picMkLst>
              <pc:docMk/>
              <pc:sldMasterMk cId="3648582953" sldId="2147483648"/>
              <pc:sldLayoutMk cId="128265149" sldId="2147483671"/>
              <ac:picMk id="6" creationId="{AC2585DD-1A27-3791-860B-D2EC044CDAD9}"/>
            </ac:picMkLst>
          </pc:picChg>
          <pc:picChg chg="add mod">
            <ac:chgData name="Claire Hsu" userId="5e84eb8292681181" providerId="LiveId" clId="{75110F8D-34D6-53E3-9419-72742B8A45F7}" dt="2026-01-21T07:07:41.215" v="38"/>
            <ac:picMkLst>
              <pc:docMk/>
              <pc:sldMasterMk cId="3648582953" sldId="2147483648"/>
              <pc:sldLayoutMk cId="128265149" sldId="2147483671"/>
              <ac:picMk id="7" creationId="{08B791D9-BFBD-B135-AE3F-99DAC8F3B76B}"/>
            </ac:picMkLst>
          </pc:picChg>
          <pc:picChg chg="del">
            <ac:chgData name="Claire Hsu" userId="5e84eb8292681181" providerId="LiveId" clId="{75110F8D-34D6-53E3-9419-72742B8A45F7}" dt="2026-01-21T07:05:08.093" v="11" actId="478"/>
            <ac:picMkLst>
              <pc:docMk/>
              <pc:sldMasterMk cId="3648582953" sldId="2147483648"/>
              <pc:sldLayoutMk cId="128265149" sldId="2147483671"/>
              <ac:picMk id="9" creationId="{A359228C-007C-D841-85DE-F226A65DD0D7}"/>
            </ac:picMkLst>
          </pc:picChg>
        </pc:sldLayoutChg>
        <pc:sldLayoutChg chg="addSp delSp mod">
          <pc:chgData name="Claire Hsu" userId="5e84eb8292681181" providerId="LiveId" clId="{75110F8D-34D6-53E3-9419-72742B8A45F7}" dt="2026-01-21T07:07:17.873" v="19" actId="478"/>
          <pc:sldLayoutMkLst>
            <pc:docMk/>
            <pc:sldMasterMk cId="3648582953" sldId="2147483648"/>
            <pc:sldLayoutMk cId="3913197104" sldId="2147483676"/>
          </pc:sldLayoutMkLst>
          <pc:picChg chg="add del">
            <ac:chgData name="Claire Hsu" userId="5e84eb8292681181" providerId="LiveId" clId="{75110F8D-34D6-53E3-9419-72742B8A45F7}" dt="2026-01-21T07:07:17.873" v="19" actId="478"/>
            <ac:picMkLst>
              <pc:docMk/>
              <pc:sldMasterMk cId="3648582953" sldId="2147483648"/>
              <pc:sldLayoutMk cId="3913197104" sldId="2147483676"/>
              <ac:picMk id="4" creationId="{AB763C0A-A1FF-2FBF-6B1B-B8A355FFF5D6}"/>
            </ac:picMkLst>
          </pc:picChg>
        </pc:sldLayoutChg>
        <pc:sldLayoutChg chg="addSp delSp modSp mod">
          <pc:chgData name="Claire Hsu" userId="5e84eb8292681181" providerId="LiveId" clId="{75110F8D-34D6-53E3-9419-72742B8A45F7}" dt="2026-01-21T07:07:26.767" v="26"/>
          <pc:sldLayoutMkLst>
            <pc:docMk/>
            <pc:sldMasterMk cId="3648582953" sldId="2147483648"/>
            <pc:sldLayoutMk cId="3401424251" sldId="2147483702"/>
          </pc:sldLayoutMkLst>
          <pc:picChg chg="add del">
            <ac:chgData name="Claire Hsu" userId="5e84eb8292681181" providerId="LiveId" clId="{75110F8D-34D6-53E3-9419-72742B8A45F7}" dt="2026-01-21T07:07:25.564" v="24" actId="21"/>
            <ac:picMkLst>
              <pc:docMk/>
              <pc:sldMasterMk cId="3648582953" sldId="2147483648"/>
              <pc:sldLayoutMk cId="3401424251" sldId="2147483702"/>
              <ac:picMk id="3" creationId="{7C9D6A76-2610-58BD-F185-60FF74C7B8EA}"/>
            </ac:picMkLst>
          </pc:picChg>
          <pc:picChg chg="del">
            <ac:chgData name="Claire Hsu" userId="5e84eb8292681181" providerId="LiveId" clId="{75110F8D-34D6-53E3-9419-72742B8A45F7}" dt="2026-01-21T07:07:26.300" v="25" actId="478"/>
            <ac:picMkLst>
              <pc:docMk/>
              <pc:sldMasterMk cId="3648582953" sldId="2147483648"/>
              <pc:sldLayoutMk cId="3401424251" sldId="2147483702"/>
              <ac:picMk id="4" creationId="{1B968717-FE53-1674-C091-E15DAE2FC7D3}"/>
            </ac:picMkLst>
          </pc:picChg>
          <pc:picChg chg="add mod">
            <ac:chgData name="Claire Hsu" userId="5e84eb8292681181" providerId="LiveId" clId="{75110F8D-34D6-53E3-9419-72742B8A45F7}" dt="2026-01-21T07:07:26.767" v="26"/>
            <ac:picMkLst>
              <pc:docMk/>
              <pc:sldMasterMk cId="3648582953" sldId="2147483648"/>
              <pc:sldLayoutMk cId="3401424251" sldId="2147483702"/>
              <ac:picMk id="6" creationId="{A3BEF812-E652-73E2-DB25-FE189210286A}"/>
            </ac:picMkLst>
          </pc:picChg>
        </pc:sldLayoutChg>
        <pc:sldLayoutChg chg="addSp delSp modSp mod">
          <pc:chgData name="Claire Hsu" userId="5e84eb8292681181" providerId="LiveId" clId="{75110F8D-34D6-53E3-9419-72742B8A45F7}" dt="2026-01-21T07:07:38.257" v="36"/>
          <pc:sldLayoutMkLst>
            <pc:docMk/>
            <pc:sldMasterMk cId="3648582953" sldId="2147483648"/>
            <pc:sldLayoutMk cId="959899703" sldId="2147483703"/>
          </pc:sldLayoutMkLst>
          <pc:picChg chg="del">
            <ac:chgData name="Claire Hsu" userId="5e84eb8292681181" providerId="LiveId" clId="{75110F8D-34D6-53E3-9419-72742B8A45F7}" dt="2026-01-21T07:07:36.383" v="34" actId="21"/>
            <ac:picMkLst>
              <pc:docMk/>
              <pc:sldMasterMk cId="3648582953" sldId="2147483648"/>
              <pc:sldLayoutMk cId="959899703" sldId="2147483703"/>
              <ac:picMk id="3" creationId="{194536E6-37CA-F2DB-77DE-CBE144E762F3}"/>
            </ac:picMkLst>
          </pc:picChg>
          <pc:picChg chg="del">
            <ac:chgData name="Claire Hsu" userId="5e84eb8292681181" providerId="LiveId" clId="{75110F8D-34D6-53E3-9419-72742B8A45F7}" dt="2026-01-21T07:07:37.149" v="35" actId="478"/>
            <ac:picMkLst>
              <pc:docMk/>
              <pc:sldMasterMk cId="3648582953" sldId="2147483648"/>
              <pc:sldLayoutMk cId="959899703" sldId="2147483703"/>
              <ac:picMk id="4" creationId="{1B968717-FE53-1674-C091-E15DAE2FC7D3}"/>
            </ac:picMkLst>
          </pc:picChg>
          <pc:picChg chg="add mod">
            <ac:chgData name="Claire Hsu" userId="5e84eb8292681181" providerId="LiveId" clId="{75110F8D-34D6-53E3-9419-72742B8A45F7}" dt="2026-01-21T07:07:38.257" v="36"/>
            <ac:picMkLst>
              <pc:docMk/>
              <pc:sldMasterMk cId="3648582953" sldId="2147483648"/>
              <pc:sldLayoutMk cId="959899703" sldId="2147483703"/>
              <ac:picMk id="6" creationId="{993FEED3-796C-F581-6779-C1B08A758404}"/>
            </ac:picMkLst>
          </pc:picChg>
        </pc:sldLayoutChg>
        <pc:sldLayoutChg chg="addSp delSp modSp mod">
          <pc:chgData name="Claire Hsu" userId="5e84eb8292681181" providerId="LiveId" clId="{75110F8D-34D6-53E3-9419-72742B8A45F7}" dt="2026-01-21T07:07:34.393" v="33"/>
          <pc:sldLayoutMkLst>
            <pc:docMk/>
            <pc:sldMasterMk cId="3648582953" sldId="2147483648"/>
            <pc:sldLayoutMk cId="1997558276" sldId="2147483704"/>
          </pc:sldLayoutMkLst>
          <pc:picChg chg="del">
            <ac:chgData name="Claire Hsu" userId="5e84eb8292681181" providerId="LiveId" clId="{75110F8D-34D6-53E3-9419-72742B8A45F7}" dt="2026-01-21T07:07:32.881" v="31" actId="21"/>
            <ac:picMkLst>
              <pc:docMk/>
              <pc:sldMasterMk cId="3648582953" sldId="2147483648"/>
              <pc:sldLayoutMk cId="1997558276" sldId="2147483704"/>
              <ac:picMk id="4" creationId="{4A85BD7C-51B8-00AD-6DD2-0C1A3296E755}"/>
            </ac:picMkLst>
          </pc:picChg>
          <pc:picChg chg="add mod">
            <ac:chgData name="Claire Hsu" userId="5e84eb8292681181" providerId="LiveId" clId="{75110F8D-34D6-53E3-9419-72742B8A45F7}" dt="2026-01-21T07:07:34.393" v="33"/>
            <ac:picMkLst>
              <pc:docMk/>
              <pc:sldMasterMk cId="3648582953" sldId="2147483648"/>
              <pc:sldLayoutMk cId="1997558276" sldId="2147483704"/>
              <ac:picMk id="5" creationId="{8AED24E1-7047-3909-C6C7-C1700B22CC63}"/>
            </ac:picMkLst>
          </pc:picChg>
          <pc:picChg chg="del">
            <ac:chgData name="Claire Hsu" userId="5e84eb8292681181" providerId="LiveId" clId="{75110F8D-34D6-53E3-9419-72742B8A45F7}" dt="2026-01-21T07:07:34.033" v="32" actId="478"/>
            <ac:picMkLst>
              <pc:docMk/>
              <pc:sldMasterMk cId="3648582953" sldId="2147483648"/>
              <pc:sldLayoutMk cId="1997558276" sldId="2147483704"/>
              <ac:picMk id="8" creationId="{1AE6D71A-906C-0423-DF30-310686444506}"/>
            </ac:picMkLst>
          </pc:picChg>
        </pc:sldLayoutChg>
        <pc:sldLayoutChg chg="addSp delSp mod">
          <pc:chgData name="Claire Hsu" userId="5e84eb8292681181" providerId="LiveId" clId="{75110F8D-34D6-53E3-9419-72742B8A45F7}" dt="2026-01-21T07:07:19.582" v="21" actId="478"/>
          <pc:sldLayoutMkLst>
            <pc:docMk/>
            <pc:sldMasterMk cId="3648582953" sldId="2147483648"/>
            <pc:sldLayoutMk cId="289388202" sldId="2147483705"/>
          </pc:sldLayoutMkLst>
          <pc:picChg chg="add del">
            <ac:chgData name="Claire Hsu" userId="5e84eb8292681181" providerId="LiveId" clId="{75110F8D-34D6-53E3-9419-72742B8A45F7}" dt="2026-01-21T07:07:19.582" v="21" actId="478"/>
            <ac:picMkLst>
              <pc:docMk/>
              <pc:sldMasterMk cId="3648582953" sldId="2147483648"/>
              <pc:sldLayoutMk cId="289388202" sldId="2147483705"/>
              <ac:picMk id="2" creationId="{0631797A-CF0E-5801-8B64-F6195C64E906}"/>
            </ac:picMkLst>
          </pc:picChg>
        </pc:sldLayoutChg>
        <pc:sldLayoutChg chg="modSp mod">
          <pc:chgData name="Claire Hsu" userId="5e84eb8292681181" providerId="LiveId" clId="{75110F8D-34D6-53E3-9419-72742B8A45F7}" dt="2026-01-21T07:03:22.812" v="0" actId="1035"/>
          <pc:sldLayoutMkLst>
            <pc:docMk/>
            <pc:sldMasterMk cId="3648582953" sldId="2147483648"/>
            <pc:sldLayoutMk cId="2110582996" sldId="2147483708"/>
          </pc:sldLayoutMkLst>
          <pc:picChg chg="mod">
            <ac:chgData name="Claire Hsu" userId="5e84eb8292681181" providerId="LiveId" clId="{75110F8D-34D6-53E3-9419-72742B8A45F7}" dt="2026-01-21T07:03:22.812" v="0" actId="1035"/>
            <ac:picMkLst>
              <pc:docMk/>
              <pc:sldMasterMk cId="3648582953" sldId="2147483648"/>
              <pc:sldLayoutMk cId="2110582996" sldId="2147483708"/>
              <ac:picMk id="3" creationId="{F95F5BD4-CDD9-3A2C-C50D-CA439CD527B7}"/>
            </ac:picMkLst>
          </pc:picChg>
        </pc:sldLayoutChg>
        <pc:sldLayoutChg chg="addSp delSp mod">
          <pc:chgData name="Claire Hsu" userId="5e84eb8292681181" providerId="LiveId" clId="{75110F8D-34D6-53E3-9419-72742B8A45F7}" dt="2026-01-21T07:07:14.424" v="15" actId="478"/>
          <pc:sldLayoutMkLst>
            <pc:docMk/>
            <pc:sldMasterMk cId="3648582953" sldId="2147483648"/>
            <pc:sldLayoutMk cId="2367487773" sldId="2147483709"/>
          </pc:sldLayoutMkLst>
          <pc:picChg chg="add del">
            <ac:chgData name="Claire Hsu" userId="5e84eb8292681181" providerId="LiveId" clId="{75110F8D-34D6-53E3-9419-72742B8A45F7}" dt="2026-01-21T07:07:14.424" v="15" actId="478"/>
            <ac:picMkLst>
              <pc:docMk/>
              <pc:sldMasterMk cId="3648582953" sldId="2147483648"/>
              <pc:sldLayoutMk cId="2367487773" sldId="2147483709"/>
              <ac:picMk id="3" creationId="{43C2B707-41B7-AF20-FF03-5F1EB3AF28A5}"/>
            </ac:picMkLst>
          </pc:picChg>
        </pc:sldLayoutChg>
        <pc:sldLayoutChg chg="addSp delSp mod">
          <pc:chgData name="Claire Hsu" userId="5e84eb8292681181" providerId="LiveId" clId="{75110F8D-34D6-53E3-9419-72742B8A45F7}" dt="2026-01-21T07:07:16.218" v="17" actId="478"/>
          <pc:sldLayoutMkLst>
            <pc:docMk/>
            <pc:sldMasterMk cId="3648582953" sldId="2147483648"/>
            <pc:sldLayoutMk cId="4117009427" sldId="2147483711"/>
          </pc:sldLayoutMkLst>
          <pc:picChg chg="add del">
            <ac:chgData name="Claire Hsu" userId="5e84eb8292681181" providerId="LiveId" clId="{75110F8D-34D6-53E3-9419-72742B8A45F7}" dt="2026-01-21T07:07:16.218" v="17" actId="478"/>
            <ac:picMkLst>
              <pc:docMk/>
              <pc:sldMasterMk cId="3648582953" sldId="2147483648"/>
              <pc:sldLayoutMk cId="4117009427" sldId="2147483711"/>
              <ac:picMk id="3" creationId="{89B1BF0C-9C73-066D-8A02-05AD3CA39BB7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6D6D3C1-2A34-4A15-8A58-03FDAA0DBC11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r>
              <a:rPr lang="en-US"/>
              <a:t>@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39AC6F40-1041-4854-9C24-17E74BA016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92550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C64C06-5851-4C43-A6F3-17D7CEF2F7E1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@ 2023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D7F6B7-C4BB-4544-99C5-E6A120F0B3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57687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60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303" algn="l" defTabSz="91460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606" algn="l" defTabSz="91460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909" algn="l" defTabSz="91460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9211" algn="l" defTabSz="91460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514" algn="l" defTabSz="91460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817" algn="l" defTabSz="91460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1120" algn="l" defTabSz="91460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8423" algn="l" defTabSz="91460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D7F6B7-C4BB-4544-99C5-E6A120F0B36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43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R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train track with a sunset in the background&#10;&#10;Description automatically generated">
            <a:extLst>
              <a:ext uri="{FF2B5EF4-FFF2-40B4-BE49-F238E27FC236}">
                <a16:creationId xmlns:a16="http://schemas.microsoft.com/office/drawing/2014/main" id="{F95F5BD4-CDD9-3A2C-C50D-CA439CD527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72417"/>
            <a:ext cx="9144000" cy="2344774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BE214CFF-3BCF-26F9-58D5-D9F7A592097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383" y="3527222"/>
            <a:ext cx="4102504" cy="288131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>
              <a:buFontTx/>
              <a:buNone/>
              <a:defRPr lang="en-US" sz="1199" b="0" dirty="0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FontTx/>
              <a:buNone/>
            </a:pPr>
            <a:r>
              <a:rPr lang="en-GB" dirty="0"/>
              <a:t>Speaker Name</a:t>
            </a: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F799C9-14C5-A530-9518-A1B75DA90F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383" y="2756113"/>
            <a:ext cx="8363857" cy="522736"/>
          </a:xfrm>
          <a:prstGeom prst="rect">
            <a:avLst/>
          </a:prstGeom>
        </p:spPr>
        <p:txBody>
          <a:bodyPr wrap="square" lIns="0" rIns="0" anchor="ctr">
            <a:spAutoFit/>
          </a:bodyPr>
          <a:lstStyle>
            <a:lvl1pPr>
              <a:lnSpc>
                <a:spcPct val="100000"/>
              </a:lnSpc>
              <a:buFontTx/>
              <a:buNone/>
              <a:defRPr sz="2797" b="0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8">
            <a:extLst>
              <a:ext uri="{FF2B5EF4-FFF2-40B4-BE49-F238E27FC236}">
                <a16:creationId xmlns:a16="http://schemas.microsoft.com/office/drawing/2014/main" id="{5D308179-7BFD-A4BC-1E5D-85703E46FF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383" y="3791447"/>
            <a:ext cx="4102504" cy="288131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>
              <a:buFontTx/>
              <a:buNone/>
              <a:defRPr lang="en-GB" sz="1199" b="0" dirty="0" smtClean="0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FontTx/>
              <a:buNone/>
            </a:pPr>
            <a:r>
              <a:rPr lang="en-GB" dirty="0"/>
              <a:t>Speaker Title and Company</a:t>
            </a:r>
          </a:p>
        </p:txBody>
      </p:sp>
      <p:sp>
        <p:nvSpPr>
          <p:cNvPr id="15" name="Text Placeholder 40">
            <a:extLst>
              <a:ext uri="{FF2B5EF4-FFF2-40B4-BE49-F238E27FC236}">
                <a16:creationId xmlns:a16="http://schemas.microsoft.com/office/drawing/2014/main" id="{A875F84A-072A-05C5-D756-4F63E1B63A4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383" y="4048321"/>
            <a:ext cx="4102504" cy="288131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>
              <a:buFontTx/>
              <a:buNone/>
              <a:defRPr lang="en-GB" sz="1199" b="0" dirty="0" smtClean="0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FontTx/>
              <a:buNone/>
            </a:pPr>
            <a:r>
              <a:rPr lang="en-GB" dirty="0"/>
              <a:t>Date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332A66-631D-01FB-5257-B0D853238261}"/>
              </a:ext>
            </a:extLst>
          </p:cNvPr>
          <p:cNvSpPr/>
          <p:nvPr userDrawn="1"/>
        </p:nvSpPr>
        <p:spPr>
          <a:xfrm>
            <a:off x="0" y="1"/>
            <a:ext cx="9144000" cy="80948"/>
          </a:xfrm>
          <a:prstGeom prst="rect">
            <a:avLst/>
          </a:prstGeom>
          <a:gradFill>
            <a:gsLst>
              <a:gs pos="100000">
                <a:srgbClr val="FFC748"/>
              </a:gs>
              <a:gs pos="0">
                <a:srgbClr val="FF9D46">
                  <a:lumMod val="100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8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D6A543-DB02-3BF8-2A02-F36D5DFF0424}"/>
              </a:ext>
            </a:extLst>
          </p:cNvPr>
          <p:cNvSpPr/>
          <p:nvPr userDrawn="1"/>
        </p:nvSpPr>
        <p:spPr>
          <a:xfrm>
            <a:off x="0" y="4620764"/>
            <a:ext cx="9144000" cy="5227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TW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859B98-49E0-6171-7E3A-58F7FF883E56}"/>
              </a:ext>
            </a:extLst>
          </p:cNvPr>
          <p:cNvSpPr/>
          <p:nvPr userDrawn="1"/>
        </p:nvSpPr>
        <p:spPr>
          <a:xfrm>
            <a:off x="0" y="1"/>
            <a:ext cx="9144000" cy="80948"/>
          </a:xfrm>
          <a:prstGeom prst="rect">
            <a:avLst/>
          </a:prstGeom>
          <a:gradFill>
            <a:gsLst>
              <a:gs pos="100000">
                <a:srgbClr val="FFC748"/>
              </a:gs>
              <a:gs pos="0">
                <a:srgbClr val="FF9D46">
                  <a:lumMod val="100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8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FE140C-1DF2-CB3B-1C9B-E7AE74A190EC}"/>
              </a:ext>
            </a:extLst>
          </p:cNvPr>
          <p:cNvSpPr/>
          <p:nvPr userDrawn="1"/>
        </p:nvSpPr>
        <p:spPr>
          <a:xfrm>
            <a:off x="0" y="4620764"/>
            <a:ext cx="9144000" cy="5227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TW"/>
          </a:p>
        </p:txBody>
      </p:sp>
      <p:pic>
        <p:nvPicPr>
          <p:cNvPr id="20" name="Picture 19" descr="A logo of a company&#10;&#10;AI-generated content may be incorrect.">
            <a:extLst>
              <a:ext uri="{FF2B5EF4-FFF2-40B4-BE49-F238E27FC236}">
                <a16:creationId xmlns:a16="http://schemas.microsoft.com/office/drawing/2014/main" id="{9A49104A-ACFB-7DF8-7294-F34CEC2487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4383" y="409747"/>
            <a:ext cx="1666754" cy="79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582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B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1C594A0-B3E9-1EF8-326F-B6800A2DA34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4383" y="3527222"/>
            <a:ext cx="4102504" cy="288131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>
              <a:buFontTx/>
              <a:buNone/>
              <a:defRPr lang="en-US" sz="1199" b="0" dirty="0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FontTx/>
              <a:buNone/>
            </a:pPr>
            <a:r>
              <a:rPr lang="en-GB" dirty="0"/>
              <a:t>Speaker Name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4A6B085-4651-8627-71BF-7B7F6D407A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383" y="2756113"/>
            <a:ext cx="8363857" cy="522736"/>
          </a:xfrm>
          <a:prstGeom prst="rect">
            <a:avLst/>
          </a:prstGeom>
        </p:spPr>
        <p:txBody>
          <a:bodyPr wrap="square" lIns="0" rIns="0" anchor="ctr">
            <a:spAutoFit/>
          </a:bodyPr>
          <a:lstStyle>
            <a:lvl1pPr>
              <a:lnSpc>
                <a:spcPct val="100000"/>
              </a:lnSpc>
              <a:buFontTx/>
              <a:buNone/>
              <a:defRPr sz="2797" b="0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8">
            <a:extLst>
              <a:ext uri="{FF2B5EF4-FFF2-40B4-BE49-F238E27FC236}">
                <a16:creationId xmlns:a16="http://schemas.microsoft.com/office/drawing/2014/main" id="{299768F7-ED76-41D7-209C-014CB2AD26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383" y="3791447"/>
            <a:ext cx="4102504" cy="288131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>
              <a:buFontTx/>
              <a:buNone/>
              <a:defRPr lang="en-GB" sz="1199" b="0" dirty="0" smtClean="0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FontTx/>
              <a:buNone/>
            </a:pPr>
            <a:r>
              <a:rPr lang="en-GB" dirty="0"/>
              <a:t>Speaker Title and Company</a:t>
            </a:r>
          </a:p>
        </p:txBody>
      </p:sp>
      <p:sp>
        <p:nvSpPr>
          <p:cNvPr id="13" name="Text Placeholder 40">
            <a:extLst>
              <a:ext uri="{FF2B5EF4-FFF2-40B4-BE49-F238E27FC236}">
                <a16:creationId xmlns:a16="http://schemas.microsoft.com/office/drawing/2014/main" id="{52FAAE78-1017-1205-E273-4CC53703386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4383" y="4048321"/>
            <a:ext cx="4102504" cy="288131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>
              <a:buFontTx/>
              <a:buNone/>
              <a:defRPr lang="en-GB" sz="1199" b="0" dirty="0" smtClean="0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indent="0">
              <a:buFontTx/>
              <a:buNone/>
            </a:pPr>
            <a:r>
              <a:rPr lang="en-GB" dirty="0"/>
              <a:t>Date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5AB12B-C4A0-BF2C-26A6-121003A15F36}"/>
              </a:ext>
            </a:extLst>
          </p:cNvPr>
          <p:cNvSpPr/>
          <p:nvPr userDrawn="1"/>
        </p:nvSpPr>
        <p:spPr>
          <a:xfrm>
            <a:off x="0" y="1"/>
            <a:ext cx="9144000" cy="80948"/>
          </a:xfrm>
          <a:prstGeom prst="rect">
            <a:avLst/>
          </a:prstGeom>
          <a:gradFill>
            <a:gsLst>
              <a:gs pos="100000">
                <a:srgbClr val="FFC748"/>
              </a:gs>
              <a:gs pos="0">
                <a:srgbClr val="FF9D46">
                  <a:lumMod val="100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8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6CF19A-3054-C26B-805C-2545E7EA4EEE}"/>
              </a:ext>
            </a:extLst>
          </p:cNvPr>
          <p:cNvSpPr/>
          <p:nvPr userDrawn="1"/>
        </p:nvSpPr>
        <p:spPr>
          <a:xfrm>
            <a:off x="0" y="4620764"/>
            <a:ext cx="9144000" cy="5227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TW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D8A935-4545-DDF2-A1A7-DC2CDF49A0F0}"/>
              </a:ext>
            </a:extLst>
          </p:cNvPr>
          <p:cNvSpPr/>
          <p:nvPr userDrawn="1"/>
        </p:nvSpPr>
        <p:spPr>
          <a:xfrm>
            <a:off x="0" y="1"/>
            <a:ext cx="9144000" cy="80948"/>
          </a:xfrm>
          <a:prstGeom prst="rect">
            <a:avLst/>
          </a:prstGeom>
          <a:gradFill>
            <a:gsLst>
              <a:gs pos="100000">
                <a:srgbClr val="FFC748"/>
              </a:gs>
              <a:gs pos="0">
                <a:srgbClr val="FF9D46">
                  <a:lumMod val="100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8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84FBA5-A583-D2A4-284F-FB8A4B269D62}"/>
              </a:ext>
            </a:extLst>
          </p:cNvPr>
          <p:cNvSpPr/>
          <p:nvPr userDrawn="1"/>
        </p:nvSpPr>
        <p:spPr>
          <a:xfrm>
            <a:off x="0" y="4620764"/>
            <a:ext cx="9144000" cy="5227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TW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0811DF-428B-5B3B-51D5-B89233DB7A0A}"/>
              </a:ext>
            </a:extLst>
          </p:cNvPr>
          <p:cNvSpPr/>
          <p:nvPr userDrawn="1"/>
        </p:nvSpPr>
        <p:spPr>
          <a:xfrm>
            <a:off x="0" y="1"/>
            <a:ext cx="9144000" cy="80948"/>
          </a:xfrm>
          <a:prstGeom prst="rect">
            <a:avLst/>
          </a:prstGeom>
          <a:gradFill>
            <a:gsLst>
              <a:gs pos="100000">
                <a:srgbClr val="FFC748"/>
              </a:gs>
              <a:gs pos="0">
                <a:srgbClr val="FF9D46">
                  <a:lumMod val="100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8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13D325-0A95-83FB-92C7-C8D0671F4271}"/>
              </a:ext>
            </a:extLst>
          </p:cNvPr>
          <p:cNvSpPr/>
          <p:nvPr userDrawn="1"/>
        </p:nvSpPr>
        <p:spPr>
          <a:xfrm>
            <a:off x="0" y="1"/>
            <a:ext cx="9144000" cy="80948"/>
          </a:xfrm>
          <a:prstGeom prst="rect">
            <a:avLst/>
          </a:prstGeom>
          <a:gradFill>
            <a:gsLst>
              <a:gs pos="100000">
                <a:srgbClr val="FFC748"/>
              </a:gs>
              <a:gs pos="0">
                <a:srgbClr val="FF9D46">
                  <a:lumMod val="100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8" dirty="0"/>
          </a:p>
        </p:txBody>
      </p:sp>
      <p:pic>
        <p:nvPicPr>
          <p:cNvPr id="20" name="Picture 19" descr="A bus on a road&#10;&#10;AI-generated content may be incorrect.">
            <a:extLst>
              <a:ext uri="{FF2B5EF4-FFF2-40B4-BE49-F238E27FC236}">
                <a16:creationId xmlns:a16="http://schemas.microsoft.com/office/drawing/2014/main" id="{32FBB9BB-FA75-CF1A-11E3-E2C497D369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-1" y="75740"/>
            <a:ext cx="9144001" cy="2340000"/>
          </a:xfrm>
          <a:prstGeom prst="rect">
            <a:avLst/>
          </a:prstGeom>
        </p:spPr>
      </p:pic>
      <p:pic>
        <p:nvPicPr>
          <p:cNvPr id="21" name="Picture 20" descr="A logo of a company&#10;&#10;AI-generated content may be incorrect.">
            <a:extLst>
              <a:ext uri="{FF2B5EF4-FFF2-40B4-BE49-F238E27FC236}">
                <a16:creationId xmlns:a16="http://schemas.microsoft.com/office/drawing/2014/main" id="{AB06F11B-5DFA-F28B-E8CB-03F04C84E22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14383" y="409747"/>
            <a:ext cx="1666754" cy="79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643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4A39229-BBBB-FF42-8355-9F46927C4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71" y="101308"/>
            <a:ext cx="7727729" cy="59537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398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4539BA8-3CE9-A68B-B85F-3BE2635FEBD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12968" y="861646"/>
            <a:ext cx="8363711" cy="3992303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1798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96440" indent="-285493">
              <a:buClr>
                <a:schemeClr val="tx2"/>
              </a:buClr>
              <a:tabLst/>
              <a:defRPr lang="en-US" sz="13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24912" indent="-171296">
              <a:buClr>
                <a:schemeClr val="tx2"/>
              </a:buClr>
              <a:tabLst/>
              <a:defRPr lang="en-US" sz="11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29748" indent="-171296">
              <a:buClr>
                <a:schemeClr val="tx2"/>
              </a:buClr>
              <a:tabLst/>
              <a:defRPr lang="en-US" sz="9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29966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E6060B5-E44C-5421-95EA-CD2545BA3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71" y="101308"/>
            <a:ext cx="7727729" cy="59537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398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1694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ail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17913-D6E4-04A2-542C-76C963AAC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71" y="101308"/>
            <a:ext cx="4817936" cy="59537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398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88A08E6-AAB8-0CC1-6804-5A432AB6A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68" y="861646"/>
            <a:ext cx="4820400" cy="3992303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1798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96440" indent="-285493">
              <a:buClr>
                <a:schemeClr val="tx2"/>
              </a:buClr>
              <a:tabLst/>
              <a:defRPr lang="en-US" sz="13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24912" indent="-171296">
              <a:buClr>
                <a:schemeClr val="tx2"/>
              </a:buClr>
              <a:tabLst/>
              <a:defRPr lang="en-US" sz="11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29748" indent="-171296">
              <a:buClr>
                <a:schemeClr val="tx2"/>
              </a:buClr>
              <a:tabLst/>
              <a:defRPr lang="en-US" sz="9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5" name="Picture 4" descr="A train on the tracks with containers&#10;&#10;Description automatically generated">
            <a:extLst>
              <a:ext uri="{FF2B5EF4-FFF2-40B4-BE49-F238E27FC236}">
                <a16:creationId xmlns:a16="http://schemas.microsoft.com/office/drawing/2014/main" id="{90D0A90F-1602-9B36-183B-FD3606FC0A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93597" y="85377"/>
            <a:ext cx="3650403" cy="50581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ail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29E17-7485-D39D-EC95-63D512120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71" y="101308"/>
            <a:ext cx="4817936" cy="59537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398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26FDA4D-74AA-B8F9-F988-3E08DD534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68" y="861646"/>
            <a:ext cx="4820400" cy="3992303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1798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96440" indent="-285493">
              <a:buClr>
                <a:schemeClr val="tx2"/>
              </a:buClr>
              <a:tabLst/>
              <a:defRPr lang="en-US" sz="13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24912" indent="-171296">
              <a:buClr>
                <a:schemeClr val="tx2"/>
              </a:buClr>
              <a:tabLst/>
              <a:defRPr lang="en-US" sz="11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29748" indent="-171296">
              <a:buClr>
                <a:schemeClr val="tx2"/>
              </a:buClr>
              <a:tabLst/>
              <a:defRPr lang="en-US" sz="9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7" name="Picture 6" descr="A train on the tracks&#10;&#10;Description automatically generated">
            <a:extLst>
              <a:ext uri="{FF2B5EF4-FFF2-40B4-BE49-F238E27FC236}">
                <a16:creationId xmlns:a16="http://schemas.microsoft.com/office/drawing/2014/main" id="{08B791D9-BFBD-B135-AE3F-99DAC8F3B7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93598" y="80928"/>
            <a:ext cx="3650402" cy="506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65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ail-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E6D7B-FC07-4061-4840-D57A9B1A8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71" y="101308"/>
            <a:ext cx="4817936" cy="59537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398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98DA0D3-7B74-01FF-97EB-62021DDD5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68" y="861646"/>
            <a:ext cx="4820400" cy="3992303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1798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96440" indent="-285493">
              <a:buClr>
                <a:schemeClr val="tx2"/>
              </a:buClr>
              <a:tabLst/>
              <a:defRPr lang="en-US" sz="13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24912" indent="-171296">
              <a:buClr>
                <a:schemeClr val="tx2"/>
              </a:buClr>
              <a:tabLst/>
              <a:defRPr lang="en-US" sz="11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29748" indent="-171296">
              <a:buClr>
                <a:schemeClr val="tx2"/>
              </a:buClr>
              <a:tabLst/>
              <a:defRPr lang="en-US" sz="9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6" name="Picture 5" descr="A train moving on a track&#10;&#10;Description automatically generated">
            <a:extLst>
              <a:ext uri="{FF2B5EF4-FFF2-40B4-BE49-F238E27FC236}">
                <a16:creationId xmlns:a16="http://schemas.microsoft.com/office/drawing/2014/main" id="{993FEED3-796C-F581-6779-C1B08A7584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93596" y="80929"/>
            <a:ext cx="3650404" cy="506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899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ail-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train passing a railroad crossing&#10;&#10;Description automatically generated">
            <a:extLst>
              <a:ext uri="{FF2B5EF4-FFF2-40B4-BE49-F238E27FC236}">
                <a16:creationId xmlns:a16="http://schemas.microsoft.com/office/drawing/2014/main" id="{4E553E2F-1F58-0062-C632-C2A96E680B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93598" y="81204"/>
            <a:ext cx="3650402" cy="50622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38B1D6-C5F2-B70B-5AAA-3125DD2B4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71" y="101308"/>
            <a:ext cx="4817936" cy="59537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398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EC8A7D6-8009-006B-8668-A99451C88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68" y="861646"/>
            <a:ext cx="4820400" cy="3992303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1798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96440" indent="-285493">
              <a:buClr>
                <a:schemeClr val="tx2"/>
              </a:buClr>
              <a:tabLst/>
              <a:defRPr lang="en-US" sz="13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24912" indent="-171296">
              <a:buClr>
                <a:schemeClr val="tx2"/>
              </a:buClr>
              <a:tabLst/>
              <a:defRPr lang="en-US" sz="11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29748" indent="-171296">
              <a:buClr>
                <a:schemeClr val="tx2"/>
              </a:buClr>
              <a:tabLst/>
              <a:defRPr lang="en-US" sz="9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5" name="Picture 4" descr="A train on the tracks&#10;&#10;Description automatically generated">
            <a:extLst>
              <a:ext uri="{FF2B5EF4-FFF2-40B4-BE49-F238E27FC236}">
                <a16:creationId xmlns:a16="http://schemas.microsoft.com/office/drawing/2014/main" id="{8AED24E1-7047-3909-C6C7-C1700B22CC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93595" y="81205"/>
            <a:ext cx="3650404" cy="506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558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ail-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C7395-D42F-5D61-BE79-AEE1D0501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71" y="101308"/>
            <a:ext cx="4817936" cy="59537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398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CE6AD5-121C-120F-8C1B-26D99B7F5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68" y="861646"/>
            <a:ext cx="4820400" cy="3992303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1798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96440" indent="-285493">
              <a:buClr>
                <a:schemeClr val="tx2"/>
              </a:buClr>
              <a:tabLst/>
              <a:defRPr lang="en-US" sz="13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24912" indent="-171296">
              <a:buClr>
                <a:schemeClr val="tx2"/>
              </a:buClr>
              <a:tabLst/>
              <a:defRPr lang="en-US" sz="11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29748" indent="-171296">
              <a:buClr>
                <a:schemeClr val="tx2"/>
              </a:buClr>
              <a:tabLst/>
              <a:defRPr lang="en-US" sz="9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6" name="Picture 5" descr="A train passing through a train station&#10;&#10;Description automatically generated">
            <a:extLst>
              <a:ext uri="{FF2B5EF4-FFF2-40B4-BE49-F238E27FC236}">
                <a16:creationId xmlns:a16="http://schemas.microsoft.com/office/drawing/2014/main" id="{A3BEF812-E652-73E2-DB25-FE18921028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93596" y="80928"/>
            <a:ext cx="3650404" cy="506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424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ail-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train on the tracks&#10;&#10;Description automatically generated">
            <a:extLst>
              <a:ext uri="{FF2B5EF4-FFF2-40B4-BE49-F238E27FC236}">
                <a16:creationId xmlns:a16="http://schemas.microsoft.com/office/drawing/2014/main" id="{8A0B3E58-EE21-B76C-2192-51DAAEFC19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93598" y="82986"/>
            <a:ext cx="3650402" cy="50605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52543E-3DD4-7D9F-B8DD-A4ADC613E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71" y="101308"/>
            <a:ext cx="4817936" cy="59537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398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30221-D59C-5C27-ADF6-8B104FBB8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68" y="861646"/>
            <a:ext cx="4820400" cy="3992303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1798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96440" indent="-285493">
              <a:buClr>
                <a:schemeClr val="tx2"/>
              </a:buClr>
              <a:tabLst/>
              <a:defRPr lang="en-US" sz="13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24912" indent="-171296">
              <a:buClr>
                <a:schemeClr val="tx2"/>
              </a:buClr>
              <a:tabLst/>
              <a:defRPr lang="en-US" sz="11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29748" indent="-171296">
              <a:buClr>
                <a:schemeClr val="tx2"/>
              </a:buClr>
              <a:tabLst/>
              <a:defRPr lang="en-US" sz="9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T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55E7EAD-59C0-C747-A82D-41907A2BB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71" y="101308"/>
            <a:ext cx="4817936" cy="59537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398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695F7AB-37A6-50BA-B0E9-F18811399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68" y="861646"/>
            <a:ext cx="4820400" cy="3992303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1798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96440" indent="-285493">
              <a:buClr>
                <a:schemeClr val="tx2"/>
              </a:buClr>
              <a:tabLst/>
              <a:defRPr lang="en-US" sz="13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24912" indent="-171296">
              <a:buClr>
                <a:schemeClr val="tx2"/>
              </a:buClr>
              <a:tabLst/>
              <a:defRPr lang="en-US" sz="11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29748" indent="-171296">
              <a:buClr>
                <a:schemeClr val="tx2"/>
              </a:buClr>
              <a:tabLst/>
              <a:defRPr lang="en-US" sz="9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4" name="Picture 3" descr="A picture containing text, outdoor, sky, bus&#10;&#10;Description automatically generated">
            <a:extLst>
              <a:ext uri="{FF2B5EF4-FFF2-40B4-BE49-F238E27FC236}">
                <a16:creationId xmlns:a16="http://schemas.microsoft.com/office/drawing/2014/main" id="{E1A297FC-4EBF-B2C6-CDF2-B9A82F9C0B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93598" y="81280"/>
            <a:ext cx="3650402" cy="506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1015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T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55E7EAD-59C0-C747-A82D-41907A2BB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71" y="101308"/>
            <a:ext cx="4817936" cy="59537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398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695F7AB-37A6-50BA-B0E9-F18811399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68" y="861646"/>
            <a:ext cx="4820400" cy="3992303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1798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96440" indent="-285493">
              <a:buClr>
                <a:schemeClr val="tx2"/>
              </a:buClr>
              <a:tabLst/>
              <a:defRPr lang="en-US" sz="13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24912" indent="-171296">
              <a:buClr>
                <a:schemeClr val="tx2"/>
              </a:buClr>
              <a:tabLst/>
              <a:defRPr lang="en-US" sz="11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29748" indent="-171296">
              <a:buClr>
                <a:schemeClr val="tx2"/>
              </a:buClr>
              <a:tabLst/>
              <a:defRPr lang="en-US" sz="9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3" name="Picture 2" descr="A car dashboard with a screen and a circular pattern&#10;&#10;Description automatically generated with medium confidence">
            <a:extLst>
              <a:ext uri="{FF2B5EF4-FFF2-40B4-BE49-F238E27FC236}">
                <a16:creationId xmlns:a16="http://schemas.microsoft.com/office/drawing/2014/main" id="{2CA48F3D-93BA-5148-BD3B-C67178BFAF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93599" y="83063"/>
            <a:ext cx="3650401" cy="50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385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C2B707-41B7-AF20-FF03-5F1EB3AF28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93597" y="85456"/>
            <a:ext cx="3650403" cy="506280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55E7EAD-59C0-C747-A82D-41907A2BB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71" y="101308"/>
            <a:ext cx="4817936" cy="59537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398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695F7AB-37A6-50BA-B0E9-F18811399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68" y="861646"/>
            <a:ext cx="4820400" cy="3992303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1798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96440" indent="-285493">
              <a:buClr>
                <a:schemeClr val="tx2"/>
              </a:buClr>
              <a:tabLst/>
              <a:defRPr lang="en-US" sz="13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24912" indent="-171296">
              <a:buClr>
                <a:schemeClr val="tx2"/>
              </a:buClr>
              <a:tabLst/>
              <a:defRPr lang="en-US" sz="11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29748" indent="-171296">
              <a:buClr>
                <a:schemeClr val="tx2"/>
              </a:buClr>
              <a:tabLst/>
              <a:defRPr lang="en-US" sz="9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674877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55E7EAD-59C0-C747-A82D-41907A2BB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71" y="101308"/>
            <a:ext cx="4817936" cy="595377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398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695F7AB-37A6-50BA-B0E9-F18811399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68" y="861646"/>
            <a:ext cx="4820400" cy="3992303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1798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96440" indent="-285493">
              <a:buClr>
                <a:schemeClr val="tx2"/>
              </a:buClr>
              <a:tabLst/>
              <a:defRPr lang="en-US" sz="13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24912" indent="-171296">
              <a:buClr>
                <a:schemeClr val="tx2"/>
              </a:buClr>
              <a:tabLst/>
              <a:defRPr lang="en-US" sz="11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29748" indent="-171296">
              <a:buClr>
                <a:schemeClr val="tx2"/>
              </a:buClr>
              <a:tabLst/>
              <a:defRPr lang="en-US" sz="9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B1BF0C-9C73-066D-8A02-05AD3CA39B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93599" y="81002"/>
            <a:ext cx="3650401" cy="5067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0094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ail-landscape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CE6D258-523B-4847-9D00-3C28ED611E32}"/>
              </a:ext>
            </a:extLst>
          </p:cNvPr>
          <p:cNvSpPr txBox="1"/>
          <p:nvPr userDrawn="1"/>
        </p:nvSpPr>
        <p:spPr>
          <a:xfrm>
            <a:off x="6444344" y="-728668"/>
            <a:ext cx="184731" cy="3691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799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E4E9F6C-4215-6849-A250-10160A170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70" y="2466596"/>
            <a:ext cx="8355111" cy="2247918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1798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96440" indent="-285493">
              <a:buClr>
                <a:schemeClr val="tx2"/>
              </a:buClr>
              <a:tabLst/>
              <a:defRPr lang="en-US" sz="13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24912" indent="-171296">
              <a:buClr>
                <a:schemeClr val="tx2"/>
              </a:buClr>
              <a:tabLst/>
              <a:defRPr lang="en-US" sz="11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29748" indent="-171296">
              <a:buClr>
                <a:schemeClr val="tx2"/>
              </a:buClr>
              <a:tabLst/>
              <a:defRPr lang="en-US" sz="9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4" name="Picture 3" descr="A train on the tracks&#10;&#10;Description automatically generated">
            <a:extLst>
              <a:ext uri="{FF2B5EF4-FFF2-40B4-BE49-F238E27FC236}">
                <a16:creationId xmlns:a16="http://schemas.microsoft.com/office/drawing/2014/main" id="{AB763C0A-A1FF-2FBF-6B1B-B8A355FFF5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2801"/>
            <a:ext cx="9144000" cy="2247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971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ail-landscape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CE6D258-523B-4847-9D00-3C28ED611E32}"/>
              </a:ext>
            </a:extLst>
          </p:cNvPr>
          <p:cNvSpPr txBox="1"/>
          <p:nvPr userDrawn="1"/>
        </p:nvSpPr>
        <p:spPr>
          <a:xfrm>
            <a:off x="6444344" y="-728668"/>
            <a:ext cx="184731" cy="3691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799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E4E9F6C-4215-6849-A250-10160A170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70" y="2466597"/>
            <a:ext cx="8355111" cy="2247919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1798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96440" indent="-285493">
              <a:buClr>
                <a:schemeClr val="tx2"/>
              </a:buClr>
              <a:tabLst/>
              <a:defRPr lang="en-US" sz="13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24912" indent="-171296">
              <a:buClr>
                <a:schemeClr val="tx2"/>
              </a:buClr>
              <a:tabLst/>
              <a:defRPr lang="en-US" sz="11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29748" indent="-171296">
              <a:buClr>
                <a:schemeClr val="tx2"/>
              </a:buClr>
              <a:tabLst/>
              <a:defRPr lang="en-US" sz="9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2" name="Picture 1" descr="A train on the tracks with containers&#10;&#10;Description automatically generated">
            <a:extLst>
              <a:ext uri="{FF2B5EF4-FFF2-40B4-BE49-F238E27FC236}">
                <a16:creationId xmlns:a16="http://schemas.microsoft.com/office/drawing/2014/main" id="{0631797A-CF0E-5801-8B64-F6195C64E9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82170"/>
            <a:ext cx="9144000" cy="2247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882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T-landscap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us parked in front of a large building&#10;&#10;Description automatically generated with medium confidence">
            <a:extLst>
              <a:ext uri="{FF2B5EF4-FFF2-40B4-BE49-F238E27FC236}">
                <a16:creationId xmlns:a16="http://schemas.microsoft.com/office/drawing/2014/main" id="{10D081A4-7FC9-3E78-ABC3-E51632CD11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1696"/>
            <a:ext cx="9144000" cy="225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E6D258-523B-4847-9D00-3C28ED611E32}"/>
              </a:ext>
            </a:extLst>
          </p:cNvPr>
          <p:cNvSpPr txBox="1"/>
          <p:nvPr userDrawn="1"/>
        </p:nvSpPr>
        <p:spPr>
          <a:xfrm>
            <a:off x="6444344" y="-728668"/>
            <a:ext cx="184731" cy="3691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799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E4E9F6C-4215-6849-A250-10160A170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70" y="2466597"/>
            <a:ext cx="8355111" cy="2247919"/>
          </a:xfrm>
          <a:prstGeom prst="rect">
            <a:avLst/>
          </a:prstGeom>
        </p:spPr>
        <p:txBody>
          <a:bodyPr/>
          <a:lstStyle>
            <a:lvl1pPr>
              <a:buClr>
                <a:schemeClr val="tx2"/>
              </a:buClr>
              <a:defRPr sz="1798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96440" indent="-285493">
              <a:buClr>
                <a:schemeClr val="tx2"/>
              </a:buClr>
              <a:tabLst/>
              <a:defRPr lang="en-US" sz="13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24912" indent="-171296">
              <a:buClr>
                <a:schemeClr val="tx2"/>
              </a:buClr>
              <a:tabLst/>
              <a:defRPr lang="en-US" sz="11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529748" indent="-171296">
              <a:buClr>
                <a:schemeClr val="tx2"/>
              </a:buClr>
              <a:tabLst/>
              <a:defRPr lang="en-US" sz="999" kern="1200" dirty="0">
                <a:solidFill>
                  <a:srgbClr val="32323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171446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BE7C83C-B57E-6F43-B389-570E1ED6AB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1171" y="1615644"/>
            <a:ext cx="4340530" cy="645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115784" indent="-106267">
              <a:tabLst/>
              <a:defRPr sz="1798" baseline="0">
                <a:solidFill>
                  <a:srgbClr val="32323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Quote here</a:t>
            </a:r>
            <a:br>
              <a:rPr lang="en-US" dirty="0"/>
            </a:br>
            <a:endParaRPr lang="en-US" dirty="0"/>
          </a:p>
        </p:txBody>
      </p:sp>
      <p:pic>
        <p:nvPicPr>
          <p:cNvPr id="3" name="Picture 2" descr="A high angle view of a highway&#10;&#10;AI-generated content may be incorrect.">
            <a:extLst>
              <a:ext uri="{FF2B5EF4-FFF2-40B4-BE49-F238E27FC236}">
                <a16:creationId xmlns:a16="http://schemas.microsoft.com/office/drawing/2014/main" id="{B2BDD434-1DD1-797D-0C59-05AC78F657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70353"/>
            <a:ext cx="3937000" cy="508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6046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-R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train track with a sunset in the background&#10;&#10;Description automatically generated">
            <a:extLst>
              <a:ext uri="{FF2B5EF4-FFF2-40B4-BE49-F238E27FC236}">
                <a16:creationId xmlns:a16="http://schemas.microsoft.com/office/drawing/2014/main" id="{539320DD-1C6C-AD69-EEA1-F25CB6CA59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7500"/>
            <a:ext cx="9143999" cy="5076000"/>
          </a:xfrm>
          <a:prstGeom prst="rect">
            <a:avLst/>
          </a:prstGeom>
        </p:spPr>
      </p:pic>
      <p:pic>
        <p:nvPicPr>
          <p:cNvPr id="2" name="Picture 1" descr="A logo of a company&#10;&#10;AI-generated content may be incorrect.">
            <a:extLst>
              <a:ext uri="{FF2B5EF4-FFF2-40B4-BE49-F238E27FC236}">
                <a16:creationId xmlns:a16="http://schemas.microsoft.com/office/drawing/2014/main" id="{F21F2336-3F56-05A1-27D9-B62F88F414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132000" y="1886035"/>
            <a:ext cx="2880000" cy="137142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-B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3B56CA1-CB32-B007-16E6-ED26DEF31B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79688"/>
            <a:ext cx="9147042" cy="5146552"/>
          </a:xfrm>
          <a:prstGeom prst="rect">
            <a:avLst/>
          </a:prstGeom>
        </p:spPr>
      </p:pic>
      <p:pic>
        <p:nvPicPr>
          <p:cNvPr id="4" name="Picture 3" descr="A logo of a company&#10;&#10;AI-generated content may be incorrect.">
            <a:extLst>
              <a:ext uri="{FF2B5EF4-FFF2-40B4-BE49-F238E27FC236}">
                <a16:creationId xmlns:a16="http://schemas.microsoft.com/office/drawing/2014/main" id="{49E74A3F-7737-9287-1FEB-99D42E7553A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132000" y="1886035"/>
            <a:ext cx="2880000" cy="13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668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D09F7AC-305C-E34D-99F2-2DBCB0EB3901}"/>
              </a:ext>
            </a:extLst>
          </p:cNvPr>
          <p:cNvSpPr txBox="1"/>
          <p:nvPr userDrawn="1"/>
        </p:nvSpPr>
        <p:spPr>
          <a:xfrm>
            <a:off x="321604" y="4851510"/>
            <a:ext cx="515877" cy="207750"/>
          </a:xfrm>
          <a:prstGeom prst="rect">
            <a:avLst/>
          </a:prstGeom>
        </p:spPr>
        <p:txBody>
          <a:bodyPr vert="horz" lIns="91355" tIns="45678" rIns="0" bIns="45678" rtlCol="0" anchor="t"/>
          <a:lstStyle>
            <a:defPPr>
              <a:defRPr lang="en-US"/>
            </a:defPPr>
            <a:lvl1pPr algn="r">
              <a:defRPr sz="1200">
                <a:solidFill>
                  <a:srgbClr val="3D0064"/>
                </a:solidFill>
              </a:defRPr>
            </a:lvl1pPr>
          </a:lstStyle>
          <a:p>
            <a:pPr lvl="0" algn="l">
              <a:lnSpc>
                <a:spcPct val="100000"/>
              </a:lnSpc>
            </a:pPr>
            <a:fld id="{510F167E-D98C-DA4B-8A87-8A99C0A00B88}" type="slidenum">
              <a:rPr lang="en-US" sz="799" smtClean="0">
                <a:solidFill>
                  <a:schemeClr val="bg1">
                    <a:lumMod val="85000"/>
                  </a:schemeClr>
                </a:solidFill>
              </a:rPr>
              <a:pPr lvl="0" algn="l">
                <a:lnSpc>
                  <a:spcPct val="100000"/>
                </a:lnSpc>
              </a:pPr>
              <a:t>‹#›</a:t>
            </a:fld>
            <a:endParaRPr lang="en-US" sz="799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562B401C-06BE-8744-951F-8692BB19492A}"/>
              </a:ext>
            </a:extLst>
          </p:cNvPr>
          <p:cNvSpPr txBox="1">
            <a:spLocks/>
          </p:cNvSpPr>
          <p:nvPr userDrawn="1"/>
        </p:nvSpPr>
        <p:spPr>
          <a:xfrm>
            <a:off x="579542" y="4851510"/>
            <a:ext cx="2995697" cy="207750"/>
          </a:xfrm>
          <a:prstGeom prst="rect">
            <a:avLst/>
          </a:prstGeom>
        </p:spPr>
        <p:txBody>
          <a:bodyPr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799" dirty="0">
                <a:solidFill>
                  <a:schemeClr val="bg1">
                    <a:lumMod val="85000"/>
                  </a:schemeClr>
                </a:solidFill>
              </a:rPr>
              <a:t>© 2026 LILEE Systems. All Rights Reserved.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1E1A38A-B1A4-4B43-842E-2B4653E782BB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11445" y="211745"/>
            <a:ext cx="796421" cy="36686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8344BF2C-B75E-7044-BBC9-298582315CC2}"/>
              </a:ext>
            </a:extLst>
          </p:cNvPr>
          <p:cNvSpPr/>
          <p:nvPr userDrawn="1"/>
        </p:nvSpPr>
        <p:spPr>
          <a:xfrm>
            <a:off x="0" y="1"/>
            <a:ext cx="9144000" cy="80948"/>
          </a:xfrm>
          <a:prstGeom prst="rect">
            <a:avLst/>
          </a:prstGeom>
          <a:gradFill>
            <a:gsLst>
              <a:gs pos="100000">
                <a:srgbClr val="FFC748"/>
              </a:gs>
              <a:gs pos="0">
                <a:srgbClr val="FF9D46">
                  <a:lumMod val="10000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98" dirty="0"/>
          </a:p>
        </p:txBody>
      </p:sp>
    </p:spTree>
    <p:extLst>
      <p:ext uri="{BB962C8B-B14F-4D97-AF65-F5344CB8AC3E}">
        <p14:creationId xmlns:p14="http://schemas.microsoft.com/office/powerpoint/2010/main" val="3648582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7" r:id="rId2"/>
    <p:sldLayoutId id="2147483670" r:id="rId3"/>
    <p:sldLayoutId id="2147483717" r:id="rId4"/>
    <p:sldLayoutId id="2147483666" r:id="rId5"/>
    <p:sldLayoutId id="2147483671" r:id="rId6"/>
    <p:sldLayoutId id="2147483703" r:id="rId7"/>
    <p:sldLayoutId id="2147483704" r:id="rId8"/>
    <p:sldLayoutId id="2147483702" r:id="rId9"/>
    <p:sldLayoutId id="2147483664" r:id="rId10"/>
    <p:sldLayoutId id="2147483712" r:id="rId11"/>
    <p:sldLayoutId id="2147483710" r:id="rId12"/>
    <p:sldLayoutId id="2147483709" r:id="rId13"/>
    <p:sldLayoutId id="2147483711" r:id="rId14"/>
    <p:sldLayoutId id="2147483676" r:id="rId15"/>
    <p:sldLayoutId id="2147483705" r:id="rId16"/>
    <p:sldLayoutId id="2147483714" r:id="rId17"/>
    <p:sldLayoutId id="2147483716" r:id="rId18"/>
    <p:sldLayoutId id="2147483658" r:id="rId19"/>
    <p:sldLayoutId id="2147483713" r:id="rId20"/>
  </p:sldLayoutIdLst>
  <p:hf sldNum="0" hdr="0" dt="0"/>
  <p:txStyles>
    <p:titleStyle>
      <a:lvl1pPr algn="l" defTabSz="456797" rtl="0" eaLnBrk="1" latinLnBrk="0" hangingPunct="1">
        <a:spcBef>
          <a:spcPct val="0"/>
        </a:spcBef>
        <a:buNone/>
        <a:defRPr sz="2398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2885" indent="-172885" algn="l" defTabSz="456797" rtl="0" eaLnBrk="1" latinLnBrk="0" hangingPunct="1">
        <a:spcBef>
          <a:spcPts val="1175"/>
        </a:spcBef>
        <a:buClr>
          <a:schemeClr val="tx2"/>
        </a:buClr>
        <a:buSzPct val="80000"/>
        <a:buFont typeface="Arial"/>
        <a:buChar char="•"/>
        <a:defRPr sz="1599" kern="1200">
          <a:solidFill>
            <a:schemeClr val="tx2"/>
          </a:solidFill>
          <a:latin typeface="+mn-lt"/>
          <a:ea typeface="+mn-ea"/>
          <a:cs typeface="+mn-cs"/>
        </a:defRPr>
      </a:lvl1pPr>
      <a:lvl2pPr marL="348936" indent="-137989" algn="l" defTabSz="456797" rtl="0" eaLnBrk="1" latinLnBrk="0" hangingPunct="1">
        <a:spcBef>
          <a:spcPct val="20000"/>
        </a:spcBef>
        <a:buClr>
          <a:schemeClr val="tx2"/>
        </a:buClr>
        <a:buSzPct val="80000"/>
        <a:buFont typeface=".AppleSystemUIFont" charset="-120"/>
        <a:buChar char="-"/>
        <a:tabLst/>
        <a:defRPr sz="1399" kern="1200">
          <a:solidFill>
            <a:schemeClr val="tx2"/>
          </a:solidFill>
          <a:latin typeface="+mn-lt"/>
          <a:ea typeface="+mn-ea"/>
          <a:cs typeface="+mn-cs"/>
        </a:defRPr>
      </a:lvl2pPr>
      <a:lvl3pPr marL="464719" indent="-106267" algn="l" defTabSz="456797" rtl="0" eaLnBrk="1" latinLnBrk="0" hangingPunct="1">
        <a:spcBef>
          <a:spcPct val="20000"/>
        </a:spcBef>
        <a:buClr>
          <a:schemeClr val="tx2"/>
        </a:buClr>
        <a:buSzPct val="80000"/>
        <a:buFont typeface="Arial"/>
        <a:buChar char="•"/>
        <a:tabLst/>
        <a:defRPr sz="1199" kern="1200">
          <a:solidFill>
            <a:schemeClr val="tx2"/>
          </a:solidFill>
          <a:latin typeface="+mn-lt"/>
          <a:ea typeface="+mn-ea"/>
          <a:cs typeface="+mn-cs"/>
        </a:defRPr>
      </a:lvl3pPr>
      <a:lvl4pPr marL="580502" indent="-126886" algn="l" defTabSz="456797" rtl="0" eaLnBrk="1" latinLnBrk="0" hangingPunct="1">
        <a:spcBef>
          <a:spcPct val="20000"/>
        </a:spcBef>
        <a:buClr>
          <a:schemeClr val="tx2"/>
        </a:buClr>
        <a:buSzPct val="80000"/>
        <a:buFont typeface=".AppleSystemUIFont" charset="-120"/>
        <a:buChar char="-"/>
        <a:tabLst/>
        <a:defRPr sz="999" kern="1200">
          <a:solidFill>
            <a:schemeClr val="tx2"/>
          </a:solidFill>
          <a:latin typeface="+mn-lt"/>
          <a:ea typeface="+mn-ea"/>
          <a:cs typeface="+mn-cs"/>
        </a:defRPr>
      </a:lvl4pPr>
      <a:lvl5pPr marL="1827184" indent="0" algn="l" defTabSz="456797" rtl="0" eaLnBrk="1" latinLnBrk="0" hangingPunct="1">
        <a:spcBef>
          <a:spcPct val="20000"/>
        </a:spcBef>
        <a:buFont typeface="Arial"/>
        <a:buNone/>
        <a:defRPr sz="1798" kern="1200">
          <a:solidFill>
            <a:srgbClr val="FFFFFF"/>
          </a:solidFill>
          <a:latin typeface="+mn-lt"/>
          <a:ea typeface="+mn-ea"/>
          <a:cs typeface="+mn-cs"/>
        </a:defRPr>
      </a:lvl5pPr>
      <a:lvl6pPr marL="2512379" indent="-228398" algn="l" defTabSz="456797" rtl="0" eaLnBrk="1" latinLnBrk="0" hangingPunct="1">
        <a:spcBef>
          <a:spcPct val="20000"/>
        </a:spcBef>
        <a:buFont typeface="Arial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174" indent="-228398" algn="l" defTabSz="456797" rtl="0" eaLnBrk="1" latinLnBrk="0" hangingPunct="1">
        <a:spcBef>
          <a:spcPct val="20000"/>
        </a:spcBef>
        <a:buFont typeface="Arial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7pPr>
      <a:lvl8pPr marL="3425971" indent="-228398" algn="l" defTabSz="456797" rtl="0" eaLnBrk="1" latinLnBrk="0" hangingPunct="1">
        <a:spcBef>
          <a:spcPct val="20000"/>
        </a:spcBef>
        <a:buFont typeface="Arial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8pPr>
      <a:lvl9pPr marL="3882767" indent="-228398" algn="l" defTabSz="456797" rtl="0" eaLnBrk="1" latinLnBrk="0" hangingPunct="1">
        <a:spcBef>
          <a:spcPct val="20000"/>
        </a:spcBef>
        <a:buFont typeface="Arial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67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797" algn="l" defTabSz="4567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592" algn="l" defTabSz="4567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389" algn="l" defTabSz="4567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184" algn="l" defTabSz="4567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3981" algn="l" defTabSz="4567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0777" algn="l" defTabSz="4567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7573" algn="l" defTabSz="4567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4369" algn="l" defTabSz="456797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3E4C7D0-42EE-FC42-4F23-AC46773AD5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9A39FB-E7E2-20A5-CA2A-403D3570A4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F70A8D-2266-A9A4-D935-5B01737EA80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6789A0-BB9A-4F1F-4B9D-22506AF8AB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239931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46375-7E16-34E1-3E39-00031BA95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1DD9FC0B-79D8-2148-C7C1-7DE8FE217D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CA15402-741C-FB3D-9BE1-B511A07450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81A723E-C9FD-CE62-0EFF-63A03AAA8BD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EA8154C-511C-1AD5-F74E-CEFCEF9250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548793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70EC9-DF9E-2011-8459-80B344A10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B02E1-7253-5420-2639-CF7F3CC607F4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555722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5CCD7-CFCB-02B4-C9E0-C0AB148A1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A727D61-9822-7E0B-813C-4952FB3BB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683284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30F2B-6F07-53C7-C1DD-5B3910CF8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386E8-67FC-47B9-191D-23D6139B9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020922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7D5AC-948C-8C0B-6F7F-3C3970E86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1E7DF-E0C4-BEBE-9668-B6EF23534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132771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9BAAF-5D2B-99E4-0BA4-AC5876A6F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95635-B4F7-6838-9252-94ABF7F55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949109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8675E-8066-4913-2B50-BAC3346EB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ABAEA-2D80-67E4-EE81-710A65224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587380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D932248-005C-4D68-8A3C-BA18E1DCB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1171" y="1754004"/>
            <a:ext cx="4340530" cy="369012"/>
          </a:xfrm>
          <a:prstGeom prst="rect">
            <a:avLst/>
          </a:prstGeom>
        </p:spPr>
        <p:txBody>
          <a:bodyPr/>
          <a:lstStyle/>
          <a:p>
            <a:r>
              <a:rPr lang="en-US" dirty="0">
                <a:solidFill>
                  <a:srgbClr val="4E5654"/>
                </a:solidFill>
              </a:rPr>
              <a:t>Customer quote here, for example</a:t>
            </a:r>
          </a:p>
        </p:txBody>
      </p:sp>
    </p:spTree>
    <p:extLst>
      <p:ext uri="{BB962C8B-B14F-4D97-AF65-F5344CB8AC3E}">
        <p14:creationId xmlns:p14="http://schemas.microsoft.com/office/powerpoint/2010/main" val="2662742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Example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7FB9F30-2B66-2CE5-D9B3-4200B84BEBCE}"/>
              </a:ext>
            </a:extLst>
          </p:cNvPr>
          <p:cNvGraphicFramePr>
            <a:graphicFrameLocks noGrp="1"/>
          </p:cNvGraphicFramePr>
          <p:nvPr>
            <p:ph idx="10"/>
          </p:nvPr>
        </p:nvGraphicFramePr>
        <p:xfrm>
          <a:off x="412750" y="862013"/>
          <a:ext cx="8450380" cy="26606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12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2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2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2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9445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Placeholder</a:t>
                      </a:r>
                    </a:p>
                  </a:txBody>
                  <a:tcPr marL="91355" marR="91355" marT="45678" marB="45678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Placeholder</a:t>
                      </a:r>
                    </a:p>
                  </a:txBody>
                  <a:tcPr marL="91355" marR="91355" marT="45678" marB="45678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Placeholder</a:t>
                      </a:r>
                    </a:p>
                  </a:txBody>
                  <a:tcPr marL="91355" marR="91355" marT="45678" marB="45678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Placeholder</a:t>
                      </a:r>
                    </a:p>
                  </a:txBody>
                  <a:tcPr marL="91355" marR="91355" marT="45678" marB="45678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3396"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buFontTx/>
                        <a:buNone/>
                      </a:pPr>
                      <a:r>
                        <a:rPr lang="en-US" sz="1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Pla</a:t>
                      </a:r>
                      <a:r>
                        <a:rPr lang="en-US" sz="1400" b="1" kern="1200" baseline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ceholder set </a:t>
                      </a:r>
                      <a:br>
                        <a:rPr lang="en-US" sz="1400" b="1" kern="1200" baseline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400" b="1" kern="1200" baseline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in 14pt, Bold</a:t>
                      </a:r>
                    </a:p>
                  </a:txBody>
                  <a:tcPr marL="91355" marR="91355" marT="45678" marB="4567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5888" indent="-115888" algn="l" defTabSz="457200" rtl="0" eaLnBrk="1" latinLnBrk="0" hangingPunct="1">
                        <a:buSzPct val="80000"/>
                        <a:buFont typeface="Arial"/>
                        <a:buChar char="•"/>
                      </a:pPr>
                      <a:r>
                        <a:rPr 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Placeholder set in 12pt</a:t>
                      </a:r>
                    </a:p>
                    <a:p>
                      <a:pPr marL="115888" indent="-115888" algn="l" defTabSz="457200" rtl="0" eaLnBrk="1" latinLnBrk="0" hangingPunct="1">
                        <a:buSzPct val="80000"/>
                        <a:buFont typeface="Arial"/>
                        <a:buChar char="•"/>
                      </a:pPr>
                      <a:r>
                        <a:rPr 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Placeholder</a:t>
                      </a:r>
                    </a:p>
                    <a:p>
                      <a:pPr marL="115888" indent="-115888" algn="l" defTabSz="457200" rtl="0" eaLnBrk="1" latinLnBrk="0" hangingPunct="1">
                        <a:buSzPct val="80000"/>
                        <a:buFont typeface="Arial"/>
                        <a:buChar char="•"/>
                      </a:pPr>
                      <a:r>
                        <a:rPr 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Placeholder</a:t>
                      </a:r>
                    </a:p>
                  </a:txBody>
                  <a:tcPr marL="91355" marR="91355" marT="45678" marB="45678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5888" indent="-115888" algn="l" defTabSz="457200" rtl="0" eaLnBrk="1" latinLnBrk="0" hangingPunct="1">
                        <a:buSzPct val="80000"/>
                        <a:buFont typeface="Arial"/>
                        <a:buChar char="•"/>
                      </a:pPr>
                      <a:r>
                        <a:rPr 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Placeholder set</a:t>
                      </a:r>
                      <a:r>
                        <a:rPr lang="en-US" sz="1200" kern="1200" baseline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in 12pt</a:t>
                      </a:r>
                      <a:endParaRPr 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15888" indent="-115888" algn="l" defTabSz="457200" rtl="0" eaLnBrk="1" latinLnBrk="0" hangingPunct="1">
                        <a:buSzPct val="80000"/>
                        <a:buFont typeface="Arial"/>
                        <a:buChar char="•"/>
                      </a:pPr>
                      <a:r>
                        <a:rPr 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Placeholder</a:t>
                      </a:r>
                    </a:p>
                    <a:p>
                      <a:pPr marL="115888" indent="-115888" algn="l" defTabSz="457200" rtl="0" eaLnBrk="1" latinLnBrk="0" hangingPunct="1">
                        <a:buSzPct val="80000"/>
                        <a:buFont typeface="Arial"/>
                        <a:buChar char="•"/>
                      </a:pPr>
                      <a:r>
                        <a:rPr 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Placeholder</a:t>
                      </a:r>
                    </a:p>
                  </a:txBody>
                  <a:tcPr marL="91355" marR="91355" marT="45678" marB="45678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5888" indent="-115888" algn="l" defTabSz="457200" rtl="0" eaLnBrk="1" latinLnBrk="0" hangingPunct="1">
                        <a:buSzPct val="80000"/>
                        <a:buFont typeface="Arial"/>
                        <a:buChar char="•"/>
                      </a:pPr>
                      <a:r>
                        <a:rPr 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Placeholder set</a:t>
                      </a:r>
                      <a:r>
                        <a:rPr lang="en-US" sz="1200" kern="1200" baseline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in 12pt</a:t>
                      </a:r>
                      <a:endParaRPr 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15888" indent="-115888" algn="l" defTabSz="457200" rtl="0" eaLnBrk="1" latinLnBrk="0" hangingPunct="1">
                        <a:buSzPct val="80000"/>
                        <a:buFont typeface="Arial"/>
                        <a:buChar char="•"/>
                      </a:pPr>
                      <a:r>
                        <a:rPr 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Placeholder</a:t>
                      </a:r>
                    </a:p>
                    <a:p>
                      <a:pPr marL="115888" indent="-115888" algn="l" defTabSz="457200" rtl="0" eaLnBrk="1" latinLnBrk="0" hangingPunct="1">
                        <a:buSzPct val="80000"/>
                        <a:buFont typeface="Arial"/>
                        <a:buChar char="•"/>
                      </a:pPr>
                      <a:r>
                        <a:rPr 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Placeholder</a:t>
                      </a:r>
                    </a:p>
                  </a:txBody>
                  <a:tcPr marL="91355" marR="91355" marT="45678" marB="45678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832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Place</a:t>
                      </a:r>
                      <a:r>
                        <a:rPr lang="en-US" sz="1400" b="1" kern="1200" baseline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hol</a:t>
                      </a: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der</a:t>
                      </a:r>
                      <a:r>
                        <a:rPr lang="en-US" sz="1400" b="1" baseline="0" dirty="0">
                          <a:solidFill>
                            <a:schemeClr val="tx2"/>
                          </a:solidFill>
                        </a:rPr>
                        <a:t> set </a:t>
                      </a:r>
                      <a:br>
                        <a:rPr lang="en-US" sz="1400" b="1" baseline="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1400" b="1" baseline="0" dirty="0">
                          <a:solidFill>
                            <a:schemeClr val="tx2"/>
                          </a:solidFill>
                        </a:rPr>
                        <a:t>in 14pt, Bold</a:t>
                      </a:r>
                      <a:endParaRPr lang="en-US" sz="1400" b="1" dirty="0">
                        <a:solidFill>
                          <a:schemeClr val="tx2"/>
                        </a:solidFill>
                      </a:endParaRPr>
                    </a:p>
                  </a:txBody>
                  <a:tcPr marL="91355" marR="91355" marT="45678" marB="4567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5888" indent="-115888" algn="l" defTabSz="457200" rtl="0" eaLnBrk="1" latinLnBrk="0" hangingPunct="1">
                        <a:buSzPct val="80000"/>
                        <a:buFont typeface="Arial"/>
                        <a:buChar char="•"/>
                      </a:pPr>
                      <a:r>
                        <a:rPr 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Placeholder set in 12pt</a:t>
                      </a:r>
                    </a:p>
                    <a:p>
                      <a:pPr marL="115888" indent="-115888" algn="l" defTabSz="457200" rtl="0" eaLnBrk="1" latinLnBrk="0" hangingPunct="1">
                        <a:buSzPct val="80000"/>
                        <a:buFont typeface="Arial"/>
                        <a:buChar char="•"/>
                      </a:pPr>
                      <a:r>
                        <a:rPr 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Placeholder</a:t>
                      </a:r>
                    </a:p>
                    <a:p>
                      <a:pPr marL="115888" indent="-115888" algn="l" defTabSz="457200" rtl="0" eaLnBrk="1" latinLnBrk="0" hangingPunct="1">
                        <a:buSzPct val="80000"/>
                        <a:buFont typeface="Arial"/>
                        <a:buChar char="•"/>
                      </a:pPr>
                      <a:r>
                        <a:rPr 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Placeholder</a:t>
                      </a:r>
                    </a:p>
                  </a:txBody>
                  <a:tcPr marL="91355" marR="91355" marT="45678" marB="45678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5888" indent="-115888" algn="l" defTabSz="457200" rtl="0" eaLnBrk="1" latinLnBrk="0" hangingPunct="1">
                        <a:buSzPct val="80000"/>
                        <a:buFont typeface="Arial"/>
                        <a:buChar char="•"/>
                      </a:pPr>
                      <a:r>
                        <a:rPr 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Placeholder set</a:t>
                      </a:r>
                      <a:r>
                        <a:rPr lang="en-US" sz="1200" kern="1200" baseline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in 12pt</a:t>
                      </a:r>
                      <a:endParaRPr 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15888" indent="-115888" algn="l" defTabSz="457200" rtl="0" eaLnBrk="1" latinLnBrk="0" hangingPunct="1">
                        <a:buSzPct val="80000"/>
                        <a:buFont typeface="Arial"/>
                        <a:buChar char="•"/>
                      </a:pPr>
                      <a:r>
                        <a:rPr 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Placeholder</a:t>
                      </a:r>
                    </a:p>
                    <a:p>
                      <a:pPr marL="115888" indent="-115888" algn="l" defTabSz="457200" rtl="0" eaLnBrk="1" latinLnBrk="0" hangingPunct="1">
                        <a:buSzPct val="80000"/>
                        <a:buFont typeface="Arial"/>
                        <a:buChar char="•"/>
                      </a:pPr>
                      <a:r>
                        <a:rPr 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Placeholder</a:t>
                      </a:r>
                    </a:p>
                  </a:txBody>
                  <a:tcPr marL="91355" marR="91355" marT="45678" marB="45678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5888" indent="-115888" algn="l" defTabSz="457200" rtl="0" eaLnBrk="1" latinLnBrk="0" hangingPunct="1">
                        <a:buSzPct val="80000"/>
                        <a:buFont typeface="Arial"/>
                        <a:buChar char="•"/>
                      </a:pPr>
                      <a:r>
                        <a:rPr 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Placeholder set</a:t>
                      </a:r>
                      <a:r>
                        <a:rPr lang="en-US" sz="1200" kern="1200" baseline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in 12pt</a:t>
                      </a:r>
                      <a:endParaRPr 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15888" indent="-115888" algn="l" defTabSz="457200" rtl="0" eaLnBrk="1" latinLnBrk="0" hangingPunct="1">
                        <a:buSzPct val="80000"/>
                        <a:buFont typeface="Arial"/>
                        <a:buChar char="•"/>
                      </a:pPr>
                      <a:r>
                        <a:rPr 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Placeholder</a:t>
                      </a:r>
                    </a:p>
                    <a:p>
                      <a:pPr marL="115888" indent="-115888" algn="l" defTabSz="457200" rtl="0" eaLnBrk="1" latinLnBrk="0" hangingPunct="1">
                        <a:buSzPct val="80000"/>
                        <a:buFont typeface="Arial"/>
                        <a:buChar char="•"/>
                      </a:pPr>
                      <a:r>
                        <a:rPr 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Placeholder</a:t>
                      </a:r>
                    </a:p>
                  </a:txBody>
                  <a:tcPr marL="91355" marR="91355" marT="45678" marB="45678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8988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Placeholder</a:t>
                      </a:r>
                      <a:r>
                        <a:rPr lang="en-US" sz="1400" b="1" baseline="0" dirty="0">
                          <a:solidFill>
                            <a:schemeClr val="tx2"/>
                          </a:solidFill>
                        </a:rPr>
                        <a:t> set </a:t>
                      </a:r>
                      <a:br>
                        <a:rPr lang="en-US" sz="1400" b="1" baseline="0" dirty="0">
                          <a:solidFill>
                            <a:schemeClr val="tx2"/>
                          </a:solidFill>
                        </a:rPr>
                      </a:br>
                      <a:r>
                        <a:rPr lang="en-US" sz="1400" b="1" baseline="0" dirty="0">
                          <a:solidFill>
                            <a:schemeClr val="tx2"/>
                          </a:solidFill>
                        </a:rPr>
                        <a:t>in 14pt, Bold</a:t>
                      </a:r>
                      <a:endParaRPr lang="en-US" sz="1400" b="1" dirty="0">
                        <a:solidFill>
                          <a:schemeClr val="tx2"/>
                        </a:solidFill>
                      </a:endParaRPr>
                    </a:p>
                  </a:txBody>
                  <a:tcPr marL="91355" marR="91355" marT="45678" marB="4567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5888" indent="-115888" algn="l" defTabSz="457200" rtl="0" eaLnBrk="1" latinLnBrk="0" hangingPunct="1">
                        <a:buSzPct val="80000"/>
                        <a:buFont typeface="Arial"/>
                        <a:buChar char="•"/>
                      </a:pPr>
                      <a:r>
                        <a:rPr 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Placeholder set in 12pt</a:t>
                      </a:r>
                    </a:p>
                    <a:p>
                      <a:pPr marL="115888" indent="-115888" algn="l" defTabSz="457200" rtl="0" eaLnBrk="1" latinLnBrk="0" hangingPunct="1">
                        <a:buSzPct val="80000"/>
                        <a:buFont typeface="Arial"/>
                        <a:buChar char="•"/>
                      </a:pPr>
                      <a:r>
                        <a:rPr 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Placeholder</a:t>
                      </a:r>
                    </a:p>
                    <a:p>
                      <a:pPr marL="115888" indent="-115888" algn="l" defTabSz="457200" rtl="0" eaLnBrk="1" latinLnBrk="0" hangingPunct="1">
                        <a:buSzPct val="80000"/>
                        <a:buFont typeface="Arial"/>
                        <a:buChar char="•"/>
                      </a:pPr>
                      <a:r>
                        <a:rPr 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Placeholder</a:t>
                      </a:r>
                    </a:p>
                  </a:txBody>
                  <a:tcPr marL="91355" marR="91355" marT="45678" marB="45678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5888" indent="-115888" algn="l" defTabSz="457200" rtl="0" eaLnBrk="1" latinLnBrk="0" hangingPunct="1">
                        <a:buSzPct val="80000"/>
                        <a:buFont typeface="Arial"/>
                        <a:buChar char="•"/>
                      </a:pPr>
                      <a:r>
                        <a:rPr 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Placeholder set</a:t>
                      </a:r>
                      <a:r>
                        <a:rPr lang="en-US" sz="1200" kern="1200" baseline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in 12pt</a:t>
                      </a:r>
                      <a:endParaRPr 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15888" indent="-115888" algn="l" defTabSz="457200" rtl="0" eaLnBrk="1" latinLnBrk="0" hangingPunct="1">
                        <a:buSzPct val="80000"/>
                        <a:buFont typeface="Arial"/>
                        <a:buChar char="•"/>
                      </a:pPr>
                      <a:r>
                        <a:rPr 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Placeholder</a:t>
                      </a:r>
                    </a:p>
                    <a:p>
                      <a:pPr marL="115888" indent="-115888" algn="l" defTabSz="457200" rtl="0" eaLnBrk="1" latinLnBrk="0" hangingPunct="1">
                        <a:buSzPct val="80000"/>
                        <a:buFont typeface="Arial"/>
                        <a:buChar char="•"/>
                      </a:pPr>
                      <a:r>
                        <a:rPr 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Placeholder</a:t>
                      </a:r>
                    </a:p>
                  </a:txBody>
                  <a:tcPr marL="91355" marR="91355" marT="45678" marB="45678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15888" indent="-115888" algn="l" defTabSz="457200" rtl="0" eaLnBrk="1" latinLnBrk="0" hangingPunct="1">
                        <a:buSzPct val="80000"/>
                        <a:buFont typeface="Arial"/>
                        <a:buChar char="•"/>
                      </a:pPr>
                      <a:r>
                        <a:rPr 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Placeholder set</a:t>
                      </a:r>
                      <a:r>
                        <a:rPr lang="en-US" sz="1200" kern="1200" baseline="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 in 12pt</a:t>
                      </a:r>
                      <a:endParaRPr 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15888" indent="-115888" algn="l" defTabSz="457200" rtl="0" eaLnBrk="1" latinLnBrk="0" hangingPunct="1">
                        <a:buSzPct val="80000"/>
                        <a:buFont typeface="Arial"/>
                        <a:buChar char="•"/>
                      </a:pPr>
                      <a:r>
                        <a:rPr 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Placeholder</a:t>
                      </a:r>
                    </a:p>
                    <a:p>
                      <a:pPr marL="115888" indent="-115888" algn="l" defTabSz="457200" rtl="0" eaLnBrk="1" latinLnBrk="0" hangingPunct="1">
                        <a:buSzPct val="80000"/>
                        <a:buFont typeface="Arial"/>
                        <a:buChar char="•"/>
                      </a:pPr>
                      <a:r>
                        <a:rPr lang="en-US" sz="12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Placeholder</a:t>
                      </a:r>
                    </a:p>
                  </a:txBody>
                  <a:tcPr marL="91355" marR="91355" marT="45678" marB="45678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4968631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F9166-56FF-476D-8C97-83EC10B18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40A60BC-5689-C369-2A6E-149FE8A575EF}"/>
              </a:ext>
            </a:extLst>
          </p:cNvPr>
          <p:cNvSpPr/>
          <p:nvPr/>
        </p:nvSpPr>
        <p:spPr>
          <a:xfrm>
            <a:off x="942507" y="1546979"/>
            <a:ext cx="1308420" cy="2054304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1CB43E9-ED47-DA95-0B80-96C8A7683FBA}"/>
              </a:ext>
            </a:extLst>
          </p:cNvPr>
          <p:cNvSpPr/>
          <p:nvPr/>
        </p:nvSpPr>
        <p:spPr>
          <a:xfrm>
            <a:off x="942507" y="1546979"/>
            <a:ext cx="1308420" cy="750112"/>
          </a:xfrm>
          <a:prstGeom prst="roundRect">
            <a:avLst>
              <a:gd name="adj" fmla="val 0"/>
            </a:avLst>
          </a:prstGeom>
          <a:solidFill>
            <a:srgbClr val="FF9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8476FF0-EF4F-CA02-BB10-FCA99F4AFE71}"/>
              </a:ext>
            </a:extLst>
          </p:cNvPr>
          <p:cNvSpPr/>
          <p:nvPr/>
        </p:nvSpPr>
        <p:spPr>
          <a:xfrm rot="10800000">
            <a:off x="2372463" y="1546979"/>
            <a:ext cx="1308420" cy="2054304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8323A06-8C27-9BB5-78BE-2FDCA3B62CBA}"/>
              </a:ext>
            </a:extLst>
          </p:cNvPr>
          <p:cNvSpPr/>
          <p:nvPr/>
        </p:nvSpPr>
        <p:spPr>
          <a:xfrm rot="10800000">
            <a:off x="2372463" y="1548064"/>
            <a:ext cx="1308420" cy="747939"/>
          </a:xfrm>
          <a:prstGeom prst="roundRect">
            <a:avLst>
              <a:gd name="adj" fmla="val 0"/>
            </a:avLst>
          </a:prstGeom>
          <a:solidFill>
            <a:srgbClr val="FFC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2EA9105-D1BA-2311-289A-8F21FD6D6772}"/>
              </a:ext>
            </a:extLst>
          </p:cNvPr>
          <p:cNvSpPr/>
          <p:nvPr/>
        </p:nvSpPr>
        <p:spPr>
          <a:xfrm>
            <a:off x="3802419" y="1546979"/>
            <a:ext cx="1308420" cy="2054304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89FD20B-EE7C-C3C3-C6D6-0A0AD8F6687B}"/>
              </a:ext>
            </a:extLst>
          </p:cNvPr>
          <p:cNvSpPr/>
          <p:nvPr/>
        </p:nvSpPr>
        <p:spPr>
          <a:xfrm rot="10800000">
            <a:off x="5232375" y="1546979"/>
            <a:ext cx="1308420" cy="2054304"/>
          </a:xfrm>
          <a:prstGeom prst="roundRect">
            <a:avLst>
              <a:gd name="adj" fmla="val 0"/>
            </a:avLst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FCEE0AC-194E-84F9-84BD-5CECF7D741F8}"/>
              </a:ext>
            </a:extLst>
          </p:cNvPr>
          <p:cNvSpPr/>
          <p:nvPr/>
        </p:nvSpPr>
        <p:spPr>
          <a:xfrm>
            <a:off x="6662331" y="1546979"/>
            <a:ext cx="1308420" cy="2054304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7B7D3D5-90A1-225C-0F14-18A8CF1A80DF}"/>
              </a:ext>
            </a:extLst>
          </p:cNvPr>
          <p:cNvSpPr/>
          <p:nvPr/>
        </p:nvSpPr>
        <p:spPr>
          <a:xfrm>
            <a:off x="3802419" y="1546979"/>
            <a:ext cx="1308420" cy="750112"/>
          </a:xfrm>
          <a:prstGeom prst="roundRect">
            <a:avLst>
              <a:gd name="adj" fmla="val 0"/>
            </a:avLst>
          </a:prstGeom>
          <a:solidFill>
            <a:srgbClr val="737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A3BF141-F728-E811-FD65-A9330C63DB0A}"/>
              </a:ext>
            </a:extLst>
          </p:cNvPr>
          <p:cNvSpPr/>
          <p:nvPr/>
        </p:nvSpPr>
        <p:spPr>
          <a:xfrm>
            <a:off x="6662331" y="1546979"/>
            <a:ext cx="1308420" cy="750112"/>
          </a:xfrm>
          <a:prstGeom prst="roundRect">
            <a:avLst>
              <a:gd name="adj" fmla="val 0"/>
            </a:avLst>
          </a:prstGeom>
          <a:solidFill>
            <a:srgbClr val="3572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8634462-24B2-926F-6EF8-E20204765193}"/>
              </a:ext>
            </a:extLst>
          </p:cNvPr>
          <p:cNvSpPr/>
          <p:nvPr/>
        </p:nvSpPr>
        <p:spPr>
          <a:xfrm>
            <a:off x="5232374" y="1546979"/>
            <a:ext cx="1308420" cy="750112"/>
          </a:xfrm>
          <a:prstGeom prst="roundRect">
            <a:avLst>
              <a:gd name="adj" fmla="val 0"/>
            </a:avLst>
          </a:prstGeom>
          <a:solidFill>
            <a:srgbClr val="325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B0501B3-4AFC-28E4-CE04-564BB778D174}"/>
              </a:ext>
            </a:extLst>
          </p:cNvPr>
          <p:cNvGrpSpPr/>
          <p:nvPr/>
        </p:nvGrpSpPr>
        <p:grpSpPr>
          <a:xfrm>
            <a:off x="2532722" y="2458568"/>
            <a:ext cx="985510" cy="996998"/>
            <a:chOff x="168275" y="2039938"/>
            <a:chExt cx="1225550" cy="1239837"/>
          </a:xfrm>
        </p:grpSpPr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03583BE8-74EE-A896-406B-B3D427C612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1638" y="3008313"/>
              <a:ext cx="136525" cy="271462"/>
            </a:xfrm>
            <a:prstGeom prst="line">
              <a:avLst/>
            </a:pr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57CA5E91-6F7F-594D-35EF-5D28870488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19175" y="3008313"/>
              <a:ext cx="134938" cy="271462"/>
            </a:xfrm>
            <a:prstGeom prst="line">
              <a:avLst/>
            </a:pr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DED3B767-AD16-1CCD-EFCC-17ACD5250F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200" y="3197225"/>
              <a:ext cx="644525" cy="1588"/>
            </a:xfrm>
            <a:prstGeom prst="line">
              <a:avLst/>
            </a:pr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91A2597-E08F-AEC1-FE70-2874F0AF6D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275" y="2144713"/>
              <a:ext cx="1225550" cy="944562"/>
            </a:xfrm>
            <a:custGeom>
              <a:avLst/>
              <a:gdLst>
                <a:gd name="T0" fmla="*/ 2303 w 3406"/>
                <a:gd name="T1" fmla="*/ 2368 h 2625"/>
                <a:gd name="T2" fmla="*/ 2303 w 3406"/>
                <a:gd name="T3" fmla="*/ 2368 h 2625"/>
                <a:gd name="T4" fmla="*/ 1691 w 3406"/>
                <a:gd name="T5" fmla="*/ 2624 h 2625"/>
                <a:gd name="T6" fmla="*/ 1080 w 3406"/>
                <a:gd name="T7" fmla="*/ 2361 h 2625"/>
                <a:gd name="T8" fmla="*/ 1691 w 3406"/>
                <a:gd name="T9" fmla="*/ 8 h 2625"/>
                <a:gd name="T10" fmla="*/ 2303 w 3406"/>
                <a:gd name="T11" fmla="*/ 2368 h 2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06" h="2625">
                  <a:moveTo>
                    <a:pt x="2303" y="2368"/>
                  </a:moveTo>
                  <a:lnTo>
                    <a:pt x="2303" y="2368"/>
                  </a:lnTo>
                  <a:cubicBezTo>
                    <a:pt x="2111" y="2546"/>
                    <a:pt x="1876" y="2624"/>
                    <a:pt x="1691" y="2624"/>
                  </a:cubicBezTo>
                  <a:cubicBezTo>
                    <a:pt x="1499" y="2624"/>
                    <a:pt x="1265" y="2546"/>
                    <a:pt x="1080" y="2361"/>
                  </a:cubicBezTo>
                  <a:cubicBezTo>
                    <a:pt x="597" y="1906"/>
                    <a:pt x="0" y="22"/>
                    <a:pt x="1691" y="8"/>
                  </a:cubicBezTo>
                  <a:cubicBezTo>
                    <a:pt x="3405" y="0"/>
                    <a:pt x="2793" y="1906"/>
                    <a:pt x="2303" y="2368"/>
                  </a:cubicBezTo>
                </a:path>
              </a:pathLst>
            </a:cu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F3F7C2EA-D252-7F6F-7B44-057F922F59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238" y="2309813"/>
              <a:ext cx="552450" cy="458787"/>
            </a:xfrm>
            <a:custGeom>
              <a:avLst/>
              <a:gdLst>
                <a:gd name="T0" fmla="*/ 348 w 1536"/>
                <a:gd name="T1" fmla="*/ 0 h 1274"/>
                <a:gd name="T2" fmla="*/ 348 w 1536"/>
                <a:gd name="T3" fmla="*/ 0 h 1274"/>
                <a:gd name="T4" fmla="*/ 57 w 1536"/>
                <a:gd name="T5" fmla="*/ 242 h 1274"/>
                <a:gd name="T6" fmla="*/ 377 w 1536"/>
                <a:gd name="T7" fmla="*/ 1138 h 1274"/>
                <a:gd name="T8" fmla="*/ 768 w 1536"/>
                <a:gd name="T9" fmla="*/ 1273 h 1274"/>
                <a:gd name="T10" fmla="*/ 1151 w 1536"/>
                <a:gd name="T11" fmla="*/ 1145 h 1274"/>
                <a:gd name="T12" fmla="*/ 1471 w 1536"/>
                <a:gd name="T13" fmla="*/ 242 h 1274"/>
                <a:gd name="T14" fmla="*/ 1180 w 1536"/>
                <a:gd name="T15" fmla="*/ 0 h 1274"/>
                <a:gd name="T16" fmla="*/ 348 w 1536"/>
                <a:gd name="T17" fmla="*/ 0 h 1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36" h="1274">
                  <a:moveTo>
                    <a:pt x="348" y="0"/>
                  </a:moveTo>
                  <a:lnTo>
                    <a:pt x="348" y="0"/>
                  </a:lnTo>
                  <a:cubicBezTo>
                    <a:pt x="213" y="0"/>
                    <a:pt x="85" y="100"/>
                    <a:pt x="57" y="242"/>
                  </a:cubicBezTo>
                  <a:cubicBezTo>
                    <a:pt x="0" y="569"/>
                    <a:pt x="192" y="1003"/>
                    <a:pt x="377" y="1138"/>
                  </a:cubicBezTo>
                  <a:cubicBezTo>
                    <a:pt x="497" y="1230"/>
                    <a:pt x="647" y="1273"/>
                    <a:pt x="768" y="1273"/>
                  </a:cubicBezTo>
                  <a:cubicBezTo>
                    <a:pt x="881" y="1273"/>
                    <a:pt x="1031" y="1238"/>
                    <a:pt x="1151" y="1145"/>
                  </a:cubicBezTo>
                  <a:cubicBezTo>
                    <a:pt x="1336" y="1010"/>
                    <a:pt x="1535" y="576"/>
                    <a:pt x="1471" y="242"/>
                  </a:cubicBezTo>
                  <a:cubicBezTo>
                    <a:pt x="1443" y="100"/>
                    <a:pt x="1322" y="0"/>
                    <a:pt x="1180" y="0"/>
                  </a:cubicBezTo>
                  <a:lnTo>
                    <a:pt x="348" y="0"/>
                  </a:lnTo>
                </a:path>
              </a:pathLst>
            </a:cu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5867FDA1-D6A7-7561-04E7-A7B4A03449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6575" y="2792413"/>
              <a:ext cx="107950" cy="53975"/>
            </a:xfrm>
            <a:prstGeom prst="line">
              <a:avLst/>
            </a:pr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B9B8C5F0-218E-992F-20B3-F388E0C516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09638" y="2792413"/>
              <a:ext cx="111125" cy="53975"/>
            </a:xfrm>
            <a:prstGeom prst="line">
              <a:avLst/>
            </a:pr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432C6D6F-8E9B-C2B0-BF08-9876A08F0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575" y="2039938"/>
              <a:ext cx="484188" cy="107950"/>
            </a:xfrm>
            <a:custGeom>
              <a:avLst/>
              <a:gdLst>
                <a:gd name="T0" fmla="*/ 1123 w 1345"/>
                <a:gd name="T1" fmla="*/ 299 h 300"/>
                <a:gd name="T2" fmla="*/ 1344 w 1345"/>
                <a:gd name="T3" fmla="*/ 0 h 300"/>
                <a:gd name="T4" fmla="*/ 0 w 1345"/>
                <a:gd name="T5" fmla="*/ 0 h 300"/>
                <a:gd name="T6" fmla="*/ 228 w 1345"/>
                <a:gd name="T7" fmla="*/ 299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45" h="300">
                  <a:moveTo>
                    <a:pt x="1123" y="299"/>
                  </a:moveTo>
                  <a:lnTo>
                    <a:pt x="1344" y="0"/>
                  </a:lnTo>
                  <a:lnTo>
                    <a:pt x="0" y="0"/>
                  </a:lnTo>
                  <a:lnTo>
                    <a:pt x="228" y="299"/>
                  </a:lnTo>
                </a:path>
              </a:pathLst>
            </a:cu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EC435A0-146F-06C7-5AB8-AE710A77848C}"/>
              </a:ext>
            </a:extLst>
          </p:cNvPr>
          <p:cNvGrpSpPr/>
          <p:nvPr/>
        </p:nvGrpSpPr>
        <p:grpSpPr>
          <a:xfrm>
            <a:off x="1249018" y="2570057"/>
            <a:ext cx="656121" cy="841126"/>
            <a:chOff x="6746875" y="2039938"/>
            <a:chExt cx="968375" cy="1241425"/>
          </a:xfrm>
        </p:grpSpPr>
        <p:sp>
          <p:nvSpPr>
            <p:cNvPr id="26" name="Line 1">
              <a:extLst>
                <a:ext uri="{FF2B5EF4-FFF2-40B4-BE49-F238E27FC236}">
                  <a16:creationId xmlns:a16="http://schemas.microsoft.com/office/drawing/2014/main" id="{F65A71A9-A2D6-5C38-75EC-9A9587A7B5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75463" y="3063875"/>
              <a:ext cx="120650" cy="214313"/>
            </a:xfrm>
            <a:prstGeom prst="line">
              <a:avLst/>
            </a:pr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7" name="Line 2">
              <a:extLst>
                <a:ext uri="{FF2B5EF4-FFF2-40B4-BE49-F238E27FC236}">
                  <a16:creationId xmlns:a16="http://schemas.microsoft.com/office/drawing/2014/main" id="{CBE9A6C2-179C-46DA-E3DE-E54BD82328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477125" y="3063875"/>
              <a:ext cx="123825" cy="217488"/>
            </a:xfrm>
            <a:prstGeom prst="line">
              <a:avLst/>
            </a:pr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8" name="Line 3">
              <a:extLst>
                <a:ext uri="{FF2B5EF4-FFF2-40B4-BE49-F238E27FC236}">
                  <a16:creationId xmlns:a16="http://schemas.microsoft.com/office/drawing/2014/main" id="{026E94A8-6B85-834C-46BD-56A5B47E84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34200" y="3197225"/>
              <a:ext cx="619125" cy="1588"/>
            </a:xfrm>
            <a:prstGeom prst="line">
              <a:avLst/>
            </a:pr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7A63687C-6A56-E504-E4D2-D1BF314C6D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54825" y="2176463"/>
              <a:ext cx="752475" cy="885825"/>
            </a:xfrm>
            <a:custGeom>
              <a:avLst/>
              <a:gdLst>
                <a:gd name="T0" fmla="*/ 2061 w 2091"/>
                <a:gd name="T1" fmla="*/ 2460 h 2461"/>
                <a:gd name="T2" fmla="*/ 2061 w 2091"/>
                <a:gd name="T3" fmla="*/ 2460 h 2461"/>
                <a:gd name="T4" fmla="*/ 28 w 2091"/>
                <a:gd name="T5" fmla="*/ 2460 h 2461"/>
                <a:gd name="T6" fmla="*/ 0 w 2091"/>
                <a:gd name="T7" fmla="*/ 2431 h 2461"/>
                <a:gd name="T8" fmla="*/ 0 w 2091"/>
                <a:gd name="T9" fmla="*/ 28 h 2461"/>
                <a:gd name="T10" fmla="*/ 28 w 2091"/>
                <a:gd name="T11" fmla="*/ 0 h 2461"/>
                <a:gd name="T12" fmla="*/ 2061 w 2091"/>
                <a:gd name="T13" fmla="*/ 0 h 2461"/>
                <a:gd name="T14" fmla="*/ 2090 w 2091"/>
                <a:gd name="T15" fmla="*/ 28 h 2461"/>
                <a:gd name="T16" fmla="*/ 2090 w 2091"/>
                <a:gd name="T17" fmla="*/ 2431 h 2461"/>
                <a:gd name="T18" fmla="*/ 2061 w 2091"/>
                <a:gd name="T19" fmla="*/ 2460 h 2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91" h="2461">
                  <a:moveTo>
                    <a:pt x="2061" y="2460"/>
                  </a:moveTo>
                  <a:lnTo>
                    <a:pt x="2061" y="2460"/>
                  </a:lnTo>
                  <a:cubicBezTo>
                    <a:pt x="28" y="2460"/>
                    <a:pt x="28" y="2460"/>
                    <a:pt x="28" y="2460"/>
                  </a:cubicBezTo>
                  <a:cubicBezTo>
                    <a:pt x="7" y="2460"/>
                    <a:pt x="0" y="2452"/>
                    <a:pt x="0" y="243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7" y="0"/>
                    <a:pt x="28" y="0"/>
                  </a:cubicBezTo>
                  <a:cubicBezTo>
                    <a:pt x="2061" y="0"/>
                    <a:pt x="2061" y="0"/>
                    <a:pt x="2061" y="0"/>
                  </a:cubicBezTo>
                  <a:cubicBezTo>
                    <a:pt x="2076" y="0"/>
                    <a:pt x="2090" y="14"/>
                    <a:pt x="2090" y="28"/>
                  </a:cubicBezTo>
                  <a:cubicBezTo>
                    <a:pt x="2090" y="2431"/>
                    <a:pt x="2090" y="2431"/>
                    <a:pt x="2090" y="2431"/>
                  </a:cubicBezTo>
                  <a:cubicBezTo>
                    <a:pt x="2090" y="2452"/>
                    <a:pt x="2076" y="2460"/>
                    <a:pt x="2061" y="2460"/>
                  </a:cubicBezTo>
                </a:path>
              </a:pathLst>
            </a:cu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0" name="Line 5">
              <a:extLst>
                <a:ext uri="{FF2B5EF4-FFF2-40B4-BE49-F238E27FC236}">
                  <a16:creationId xmlns:a16="http://schemas.microsoft.com/office/drawing/2014/main" id="{4105DFDA-8CE8-6CED-8D86-9F12D673EB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4825" y="2713038"/>
              <a:ext cx="752475" cy="1587"/>
            </a:xfrm>
            <a:prstGeom prst="line">
              <a:avLst/>
            </a:pr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1" name="Line 6">
              <a:extLst>
                <a:ext uri="{FF2B5EF4-FFF2-40B4-BE49-F238E27FC236}">
                  <a16:creationId xmlns:a16="http://schemas.microsoft.com/office/drawing/2014/main" id="{90D469A2-D3C5-E3D8-002A-62FF0F8478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34200" y="2846388"/>
              <a:ext cx="134938" cy="1587"/>
            </a:xfrm>
            <a:prstGeom prst="line">
              <a:avLst/>
            </a:pr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2" name="Line 7">
              <a:extLst>
                <a:ext uri="{FF2B5EF4-FFF2-40B4-BE49-F238E27FC236}">
                  <a16:creationId xmlns:a16="http://schemas.microsoft.com/office/drawing/2014/main" id="{42C89615-56F9-D8F3-A439-567651A5C4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91400" y="2846388"/>
              <a:ext cx="133350" cy="1587"/>
            </a:xfrm>
            <a:prstGeom prst="line">
              <a:avLst/>
            </a:pr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3" name="Line 8">
              <a:extLst>
                <a:ext uri="{FF2B5EF4-FFF2-40B4-BE49-F238E27FC236}">
                  <a16:creationId xmlns:a16="http://schemas.microsoft.com/office/drawing/2014/main" id="{31520448-2B3C-A34C-1BB1-8ACBB03EDF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54825" y="2309813"/>
              <a:ext cx="752475" cy="1587"/>
            </a:xfrm>
            <a:prstGeom prst="line">
              <a:avLst/>
            </a:pr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660C5B3E-9D4D-D6E7-9EEE-9E764843D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6875" y="2363788"/>
              <a:ext cx="107950" cy="242887"/>
            </a:xfrm>
            <a:custGeom>
              <a:avLst/>
              <a:gdLst>
                <a:gd name="T0" fmla="*/ 299 w 300"/>
                <a:gd name="T1" fmla="*/ 0 h 676"/>
                <a:gd name="T2" fmla="*/ 0 w 300"/>
                <a:gd name="T3" fmla="*/ 227 h 676"/>
                <a:gd name="T4" fmla="*/ 0 w 300"/>
                <a:gd name="T5" fmla="*/ 675 h 6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0" h="676">
                  <a:moveTo>
                    <a:pt x="299" y="0"/>
                  </a:moveTo>
                  <a:lnTo>
                    <a:pt x="0" y="227"/>
                  </a:lnTo>
                  <a:lnTo>
                    <a:pt x="0" y="675"/>
                  </a:lnTo>
                </a:path>
              </a:pathLst>
            </a:cu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F3AB4BF-C56D-67D0-FD31-BF5F64EAF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7300" y="2365375"/>
              <a:ext cx="107950" cy="241300"/>
            </a:xfrm>
            <a:custGeom>
              <a:avLst/>
              <a:gdLst>
                <a:gd name="T0" fmla="*/ 0 w 300"/>
                <a:gd name="T1" fmla="*/ 0 h 669"/>
                <a:gd name="T2" fmla="*/ 299 w 300"/>
                <a:gd name="T3" fmla="*/ 220 h 669"/>
                <a:gd name="T4" fmla="*/ 299 w 300"/>
                <a:gd name="T5" fmla="*/ 668 h 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0" h="669">
                  <a:moveTo>
                    <a:pt x="0" y="0"/>
                  </a:moveTo>
                  <a:lnTo>
                    <a:pt x="299" y="220"/>
                  </a:lnTo>
                  <a:lnTo>
                    <a:pt x="299" y="668"/>
                  </a:lnTo>
                </a:path>
              </a:pathLst>
            </a:cu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ECF68698-08A0-0BB6-AC54-429B43F9D9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0563" y="2039938"/>
              <a:ext cx="376237" cy="136525"/>
            </a:xfrm>
            <a:custGeom>
              <a:avLst/>
              <a:gdLst>
                <a:gd name="T0" fmla="*/ 825 w 1046"/>
                <a:gd name="T1" fmla="*/ 377 h 378"/>
                <a:gd name="T2" fmla="*/ 1045 w 1046"/>
                <a:gd name="T3" fmla="*/ 0 h 378"/>
                <a:gd name="T4" fmla="*/ 0 w 1046"/>
                <a:gd name="T5" fmla="*/ 0 h 378"/>
                <a:gd name="T6" fmla="*/ 227 w 1046"/>
                <a:gd name="T7" fmla="*/ 377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46" h="378">
                  <a:moveTo>
                    <a:pt x="825" y="377"/>
                  </a:moveTo>
                  <a:lnTo>
                    <a:pt x="1045" y="0"/>
                  </a:lnTo>
                  <a:lnTo>
                    <a:pt x="0" y="0"/>
                  </a:lnTo>
                  <a:lnTo>
                    <a:pt x="227" y="377"/>
                  </a:lnTo>
                </a:path>
              </a:pathLst>
            </a:cu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EDAD12C-B0EF-75EF-D5C0-C6C86BE54C79}"/>
              </a:ext>
            </a:extLst>
          </p:cNvPr>
          <p:cNvGrpSpPr/>
          <p:nvPr/>
        </p:nvGrpSpPr>
        <p:grpSpPr>
          <a:xfrm>
            <a:off x="5550246" y="2595348"/>
            <a:ext cx="700878" cy="759476"/>
            <a:chOff x="4622800" y="2122488"/>
            <a:chExt cx="968375" cy="1049337"/>
          </a:xfrm>
        </p:grpSpPr>
        <p:sp>
          <p:nvSpPr>
            <p:cNvPr id="38" name="Freeform 25">
              <a:extLst>
                <a:ext uri="{FF2B5EF4-FFF2-40B4-BE49-F238E27FC236}">
                  <a16:creationId xmlns:a16="http://schemas.microsoft.com/office/drawing/2014/main" id="{6D49AACE-F3A7-A0BF-689C-9D14457992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0750" y="2122488"/>
              <a:ext cx="752475" cy="968375"/>
            </a:xfrm>
            <a:custGeom>
              <a:avLst/>
              <a:gdLst>
                <a:gd name="T0" fmla="*/ 2060 w 2090"/>
                <a:gd name="T1" fmla="*/ 2687 h 2688"/>
                <a:gd name="T2" fmla="*/ 2060 w 2090"/>
                <a:gd name="T3" fmla="*/ 2687 h 2688"/>
                <a:gd name="T4" fmla="*/ 28 w 2090"/>
                <a:gd name="T5" fmla="*/ 2687 h 2688"/>
                <a:gd name="T6" fmla="*/ 0 w 2090"/>
                <a:gd name="T7" fmla="*/ 2658 h 2688"/>
                <a:gd name="T8" fmla="*/ 0 w 2090"/>
                <a:gd name="T9" fmla="*/ 28 h 2688"/>
                <a:gd name="T10" fmla="*/ 28 w 2090"/>
                <a:gd name="T11" fmla="*/ 0 h 2688"/>
                <a:gd name="T12" fmla="*/ 2060 w 2090"/>
                <a:gd name="T13" fmla="*/ 0 h 2688"/>
                <a:gd name="T14" fmla="*/ 2089 w 2090"/>
                <a:gd name="T15" fmla="*/ 28 h 2688"/>
                <a:gd name="T16" fmla="*/ 2089 w 2090"/>
                <a:gd name="T17" fmla="*/ 2658 h 2688"/>
                <a:gd name="T18" fmla="*/ 2060 w 2090"/>
                <a:gd name="T19" fmla="*/ 2687 h 26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090" h="2688">
                  <a:moveTo>
                    <a:pt x="2060" y="2687"/>
                  </a:moveTo>
                  <a:lnTo>
                    <a:pt x="2060" y="2687"/>
                  </a:lnTo>
                  <a:cubicBezTo>
                    <a:pt x="28" y="2687"/>
                    <a:pt x="28" y="2687"/>
                    <a:pt x="28" y="2687"/>
                  </a:cubicBezTo>
                  <a:cubicBezTo>
                    <a:pt x="14" y="2687"/>
                    <a:pt x="0" y="2673"/>
                    <a:pt x="0" y="265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2060" y="0"/>
                    <a:pt x="2060" y="0"/>
                    <a:pt x="2060" y="0"/>
                  </a:cubicBezTo>
                  <a:cubicBezTo>
                    <a:pt x="2074" y="0"/>
                    <a:pt x="2089" y="14"/>
                    <a:pt x="2089" y="28"/>
                  </a:cubicBezTo>
                  <a:cubicBezTo>
                    <a:pt x="2089" y="2658"/>
                    <a:pt x="2089" y="2658"/>
                    <a:pt x="2089" y="2658"/>
                  </a:cubicBezTo>
                  <a:cubicBezTo>
                    <a:pt x="2089" y="2673"/>
                    <a:pt x="2074" y="2687"/>
                    <a:pt x="2060" y="2687"/>
                  </a:cubicBezTo>
                </a:path>
              </a:pathLst>
            </a:cu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9" name="Freeform 26">
              <a:extLst>
                <a:ext uri="{FF2B5EF4-FFF2-40B4-BE49-F238E27FC236}">
                  <a16:creationId xmlns:a16="http://schemas.microsoft.com/office/drawing/2014/main" id="{A6654727-3EA3-6329-2EA6-86087F57C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7325" y="3089275"/>
              <a:ext cx="187325" cy="82550"/>
            </a:xfrm>
            <a:custGeom>
              <a:avLst/>
              <a:gdLst>
                <a:gd name="T0" fmla="*/ 518 w 519"/>
                <a:gd name="T1" fmla="*/ 0 h 228"/>
                <a:gd name="T2" fmla="*/ 518 w 519"/>
                <a:gd name="T3" fmla="*/ 0 h 228"/>
                <a:gd name="T4" fmla="*/ 518 w 519"/>
                <a:gd name="T5" fmla="*/ 149 h 228"/>
                <a:gd name="T6" fmla="*/ 447 w 519"/>
                <a:gd name="T7" fmla="*/ 227 h 228"/>
                <a:gd name="T8" fmla="*/ 71 w 519"/>
                <a:gd name="T9" fmla="*/ 227 h 228"/>
                <a:gd name="T10" fmla="*/ 0 w 519"/>
                <a:gd name="T11" fmla="*/ 149 h 228"/>
                <a:gd name="T12" fmla="*/ 0 w 519"/>
                <a:gd name="T13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9" h="228">
                  <a:moveTo>
                    <a:pt x="518" y="0"/>
                  </a:moveTo>
                  <a:lnTo>
                    <a:pt x="518" y="0"/>
                  </a:lnTo>
                  <a:cubicBezTo>
                    <a:pt x="518" y="149"/>
                    <a:pt x="518" y="149"/>
                    <a:pt x="518" y="149"/>
                  </a:cubicBezTo>
                  <a:cubicBezTo>
                    <a:pt x="518" y="192"/>
                    <a:pt x="490" y="227"/>
                    <a:pt x="447" y="227"/>
                  </a:cubicBezTo>
                  <a:cubicBezTo>
                    <a:pt x="71" y="227"/>
                    <a:pt x="71" y="227"/>
                    <a:pt x="71" y="227"/>
                  </a:cubicBezTo>
                  <a:cubicBezTo>
                    <a:pt x="35" y="227"/>
                    <a:pt x="0" y="192"/>
                    <a:pt x="0" y="149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0" name="Freeform 27">
              <a:extLst>
                <a:ext uri="{FF2B5EF4-FFF2-40B4-BE49-F238E27FC236}">
                  <a16:creationId xmlns:a16="http://schemas.microsoft.com/office/drawing/2014/main" id="{7FE4AB4A-0D2B-4102-EF03-8665163AF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6150" y="3089275"/>
              <a:ext cx="190500" cy="82550"/>
            </a:xfrm>
            <a:custGeom>
              <a:avLst/>
              <a:gdLst>
                <a:gd name="T0" fmla="*/ 0 w 527"/>
                <a:gd name="T1" fmla="*/ 0 h 228"/>
                <a:gd name="T2" fmla="*/ 0 w 527"/>
                <a:gd name="T3" fmla="*/ 0 h 228"/>
                <a:gd name="T4" fmla="*/ 0 w 527"/>
                <a:gd name="T5" fmla="*/ 149 h 228"/>
                <a:gd name="T6" fmla="*/ 78 w 527"/>
                <a:gd name="T7" fmla="*/ 227 h 228"/>
                <a:gd name="T8" fmla="*/ 448 w 527"/>
                <a:gd name="T9" fmla="*/ 227 h 228"/>
                <a:gd name="T10" fmla="*/ 526 w 527"/>
                <a:gd name="T11" fmla="*/ 149 h 228"/>
                <a:gd name="T12" fmla="*/ 526 w 527"/>
                <a:gd name="T13" fmla="*/ 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7" h="228">
                  <a:moveTo>
                    <a:pt x="0" y="0"/>
                  </a:moveTo>
                  <a:lnTo>
                    <a:pt x="0" y="0"/>
                  </a:lnTo>
                  <a:cubicBezTo>
                    <a:pt x="0" y="149"/>
                    <a:pt x="0" y="149"/>
                    <a:pt x="0" y="149"/>
                  </a:cubicBezTo>
                  <a:cubicBezTo>
                    <a:pt x="0" y="192"/>
                    <a:pt x="35" y="227"/>
                    <a:pt x="78" y="227"/>
                  </a:cubicBezTo>
                  <a:cubicBezTo>
                    <a:pt x="448" y="227"/>
                    <a:pt x="448" y="227"/>
                    <a:pt x="448" y="227"/>
                  </a:cubicBezTo>
                  <a:cubicBezTo>
                    <a:pt x="490" y="227"/>
                    <a:pt x="526" y="192"/>
                    <a:pt x="526" y="149"/>
                  </a:cubicBezTo>
                  <a:cubicBezTo>
                    <a:pt x="526" y="0"/>
                    <a:pt x="526" y="0"/>
                    <a:pt x="526" y="0"/>
                  </a:cubicBezTo>
                </a:path>
              </a:pathLst>
            </a:cu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1" name="Line 28">
              <a:extLst>
                <a:ext uri="{FF2B5EF4-FFF2-40B4-BE49-F238E27FC236}">
                  <a16:creationId xmlns:a16="http://schemas.microsoft.com/office/drawing/2014/main" id="{08337E25-23B7-B3E0-CED8-90B79AFDB4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0750" y="2740025"/>
              <a:ext cx="752475" cy="1588"/>
            </a:xfrm>
            <a:prstGeom prst="line">
              <a:avLst/>
            </a:pr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2" name="Line 29">
              <a:extLst>
                <a:ext uri="{FF2B5EF4-FFF2-40B4-BE49-F238E27FC236}">
                  <a16:creationId xmlns:a16="http://schemas.microsoft.com/office/drawing/2014/main" id="{480FAE0B-1020-2A9D-39E7-8E3ED86EBB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10125" y="2874963"/>
              <a:ext cx="134938" cy="1587"/>
            </a:xfrm>
            <a:prstGeom prst="line">
              <a:avLst/>
            </a:pr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3" name="Line 30">
              <a:extLst>
                <a:ext uri="{FF2B5EF4-FFF2-40B4-BE49-F238E27FC236}">
                  <a16:creationId xmlns:a16="http://schemas.microsoft.com/office/drawing/2014/main" id="{7756B0F2-8518-5EA7-EE9B-F14E578BCD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67325" y="2874963"/>
              <a:ext cx="133350" cy="1587"/>
            </a:xfrm>
            <a:prstGeom prst="line">
              <a:avLst/>
            </a:pr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4" name="Line 31">
              <a:extLst>
                <a:ext uri="{FF2B5EF4-FFF2-40B4-BE49-F238E27FC236}">
                  <a16:creationId xmlns:a16="http://schemas.microsoft.com/office/drawing/2014/main" id="{52E2D1E6-AB1D-7AF9-83FD-F05B666663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0750" y="2282825"/>
              <a:ext cx="752475" cy="1588"/>
            </a:xfrm>
            <a:prstGeom prst="line">
              <a:avLst/>
            </a:pr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5" name="Freeform 32">
              <a:extLst>
                <a:ext uri="{FF2B5EF4-FFF2-40B4-BE49-F238E27FC236}">
                  <a16:creationId xmlns:a16="http://schemas.microsoft.com/office/drawing/2014/main" id="{F59EC51D-2B13-CE00-6B69-64694B6DC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2800" y="2309813"/>
              <a:ext cx="107950" cy="244475"/>
            </a:xfrm>
            <a:custGeom>
              <a:avLst/>
              <a:gdLst>
                <a:gd name="T0" fmla="*/ 299 w 300"/>
                <a:gd name="T1" fmla="*/ 0 h 677"/>
                <a:gd name="T2" fmla="*/ 0 w 300"/>
                <a:gd name="T3" fmla="*/ 228 h 677"/>
                <a:gd name="T4" fmla="*/ 0 w 300"/>
                <a:gd name="T5" fmla="*/ 676 h 6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00" h="677">
                  <a:moveTo>
                    <a:pt x="299" y="0"/>
                  </a:moveTo>
                  <a:lnTo>
                    <a:pt x="0" y="228"/>
                  </a:lnTo>
                  <a:lnTo>
                    <a:pt x="0" y="676"/>
                  </a:lnTo>
                </a:path>
              </a:pathLst>
            </a:cu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6" name="Freeform 33">
              <a:extLst>
                <a:ext uri="{FF2B5EF4-FFF2-40B4-BE49-F238E27FC236}">
                  <a16:creationId xmlns:a16="http://schemas.microsoft.com/office/drawing/2014/main" id="{472F1CF9-B64D-3A32-A4CA-DBF457B409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3225" y="2309813"/>
              <a:ext cx="107950" cy="244475"/>
            </a:xfrm>
            <a:custGeom>
              <a:avLst/>
              <a:gdLst>
                <a:gd name="T0" fmla="*/ 0 w 299"/>
                <a:gd name="T1" fmla="*/ 0 h 677"/>
                <a:gd name="T2" fmla="*/ 298 w 299"/>
                <a:gd name="T3" fmla="*/ 228 h 677"/>
                <a:gd name="T4" fmla="*/ 298 w 299"/>
                <a:gd name="T5" fmla="*/ 676 h 6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99" h="677">
                  <a:moveTo>
                    <a:pt x="0" y="0"/>
                  </a:moveTo>
                  <a:lnTo>
                    <a:pt x="298" y="228"/>
                  </a:lnTo>
                  <a:lnTo>
                    <a:pt x="298" y="676"/>
                  </a:lnTo>
                </a:path>
              </a:pathLst>
            </a:cu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47" name="Line 34">
              <a:extLst>
                <a:ext uri="{FF2B5EF4-FFF2-40B4-BE49-F238E27FC236}">
                  <a16:creationId xmlns:a16="http://schemas.microsoft.com/office/drawing/2014/main" id="{80842A09-81A0-C84D-8016-0746CD737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6988" y="2282825"/>
              <a:ext cx="1587" cy="455613"/>
            </a:xfrm>
            <a:prstGeom prst="line">
              <a:avLst/>
            </a:pr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35320E1-A269-CE44-81A2-C36F300B479D}"/>
              </a:ext>
            </a:extLst>
          </p:cNvPr>
          <p:cNvGrpSpPr/>
          <p:nvPr/>
        </p:nvGrpSpPr>
        <p:grpSpPr>
          <a:xfrm>
            <a:off x="4096433" y="2558341"/>
            <a:ext cx="700420" cy="765636"/>
            <a:chOff x="1417638" y="3649663"/>
            <a:chExt cx="852487" cy="931862"/>
          </a:xfrm>
        </p:grpSpPr>
        <p:sp>
          <p:nvSpPr>
            <p:cNvPr id="49" name="Line 11">
              <a:extLst>
                <a:ext uri="{FF2B5EF4-FFF2-40B4-BE49-F238E27FC236}">
                  <a16:creationId xmlns:a16="http://schemas.microsoft.com/office/drawing/2014/main" id="{8FC324C1-AC8C-BD43-4175-193DF56BC2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2888" y="4194175"/>
              <a:ext cx="668337" cy="1588"/>
            </a:xfrm>
            <a:prstGeom prst="line">
              <a:avLst/>
            </a:pr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0" name="Line 12">
              <a:extLst>
                <a:ext uri="{FF2B5EF4-FFF2-40B4-BE49-F238E27FC236}">
                  <a16:creationId xmlns:a16="http://schemas.microsoft.com/office/drawing/2014/main" id="{DC64C79B-D1CF-A0D3-0BB7-B00049E6B1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2888" y="4298950"/>
              <a:ext cx="166687" cy="1588"/>
            </a:xfrm>
            <a:prstGeom prst="line">
              <a:avLst/>
            </a:pr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1" name="Line 13">
              <a:extLst>
                <a:ext uri="{FF2B5EF4-FFF2-40B4-BE49-F238E27FC236}">
                  <a16:creationId xmlns:a16="http://schemas.microsoft.com/office/drawing/2014/main" id="{7B1F6474-06F8-5DC5-19E8-FE5E68B8E2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2475" y="4298950"/>
              <a:ext cx="158750" cy="1588"/>
            </a:xfrm>
            <a:prstGeom prst="line">
              <a:avLst/>
            </a:pr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2" name="Freeform 14">
              <a:extLst>
                <a:ext uri="{FF2B5EF4-FFF2-40B4-BE49-F238E27FC236}">
                  <a16:creationId xmlns:a16="http://schemas.microsoft.com/office/drawing/2014/main" id="{269FF40F-0283-CCEB-A61F-9610A184E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0750" y="3806825"/>
              <a:ext cx="79375" cy="176213"/>
            </a:xfrm>
            <a:custGeom>
              <a:avLst/>
              <a:gdLst>
                <a:gd name="T0" fmla="*/ 0 w 221"/>
                <a:gd name="T1" fmla="*/ 0 h 489"/>
                <a:gd name="T2" fmla="*/ 0 w 221"/>
                <a:gd name="T3" fmla="*/ 0 h 489"/>
                <a:gd name="T4" fmla="*/ 196 w 221"/>
                <a:gd name="T5" fmla="*/ 98 h 489"/>
                <a:gd name="T6" fmla="*/ 220 w 221"/>
                <a:gd name="T7" fmla="*/ 122 h 489"/>
                <a:gd name="T8" fmla="*/ 220 w 221"/>
                <a:gd name="T9" fmla="*/ 488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1" h="489">
                  <a:moveTo>
                    <a:pt x="0" y="0"/>
                  </a:moveTo>
                  <a:lnTo>
                    <a:pt x="0" y="0"/>
                  </a:lnTo>
                  <a:cubicBezTo>
                    <a:pt x="196" y="98"/>
                    <a:pt x="196" y="98"/>
                    <a:pt x="196" y="98"/>
                  </a:cubicBezTo>
                  <a:cubicBezTo>
                    <a:pt x="220" y="98"/>
                    <a:pt x="220" y="122"/>
                    <a:pt x="220" y="122"/>
                  </a:cubicBezTo>
                  <a:cubicBezTo>
                    <a:pt x="220" y="488"/>
                    <a:pt x="220" y="488"/>
                    <a:pt x="220" y="488"/>
                  </a:cubicBezTo>
                </a:path>
              </a:pathLst>
            </a:cu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3" name="Freeform 15">
              <a:extLst>
                <a:ext uri="{FF2B5EF4-FFF2-40B4-BE49-F238E27FC236}">
                  <a16:creationId xmlns:a16="http://schemas.microsoft.com/office/drawing/2014/main" id="{8D78B32B-1F6D-67DF-2091-25F4987C9B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2000" y="4440238"/>
              <a:ext cx="131763" cy="141287"/>
            </a:xfrm>
            <a:custGeom>
              <a:avLst/>
              <a:gdLst>
                <a:gd name="T0" fmla="*/ 366 w 367"/>
                <a:gd name="T1" fmla="*/ 0 h 391"/>
                <a:gd name="T2" fmla="*/ 366 w 367"/>
                <a:gd name="T3" fmla="*/ 0 h 391"/>
                <a:gd name="T4" fmla="*/ 366 w 367"/>
                <a:gd name="T5" fmla="*/ 342 h 391"/>
                <a:gd name="T6" fmla="*/ 342 w 367"/>
                <a:gd name="T7" fmla="*/ 390 h 391"/>
                <a:gd name="T8" fmla="*/ 49 w 367"/>
                <a:gd name="T9" fmla="*/ 390 h 391"/>
                <a:gd name="T10" fmla="*/ 0 w 367"/>
                <a:gd name="T11" fmla="*/ 342 h 391"/>
                <a:gd name="T12" fmla="*/ 0 w 367"/>
                <a:gd name="T13" fmla="*/ 73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7" h="391">
                  <a:moveTo>
                    <a:pt x="366" y="0"/>
                  </a:moveTo>
                  <a:lnTo>
                    <a:pt x="366" y="0"/>
                  </a:lnTo>
                  <a:cubicBezTo>
                    <a:pt x="366" y="342"/>
                    <a:pt x="366" y="342"/>
                    <a:pt x="366" y="342"/>
                  </a:cubicBezTo>
                  <a:cubicBezTo>
                    <a:pt x="366" y="366"/>
                    <a:pt x="366" y="390"/>
                    <a:pt x="342" y="390"/>
                  </a:cubicBezTo>
                  <a:cubicBezTo>
                    <a:pt x="49" y="390"/>
                    <a:pt x="49" y="390"/>
                    <a:pt x="49" y="390"/>
                  </a:cubicBezTo>
                  <a:cubicBezTo>
                    <a:pt x="24" y="390"/>
                    <a:pt x="0" y="366"/>
                    <a:pt x="0" y="342"/>
                  </a:cubicBezTo>
                  <a:cubicBezTo>
                    <a:pt x="0" y="73"/>
                    <a:pt x="0" y="73"/>
                    <a:pt x="0" y="73"/>
                  </a:cubicBezTo>
                </a:path>
              </a:pathLst>
            </a:cu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4" name="Freeform 16">
              <a:extLst>
                <a:ext uri="{FF2B5EF4-FFF2-40B4-BE49-F238E27FC236}">
                  <a16:creationId xmlns:a16="http://schemas.microsoft.com/office/drawing/2014/main" id="{39B49408-72C1-25B5-A71C-C491F7BE7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0350" y="4448175"/>
              <a:ext cx="131763" cy="131763"/>
            </a:xfrm>
            <a:custGeom>
              <a:avLst/>
              <a:gdLst>
                <a:gd name="T0" fmla="*/ 367 w 368"/>
                <a:gd name="T1" fmla="*/ 25 h 367"/>
                <a:gd name="T2" fmla="*/ 367 w 368"/>
                <a:gd name="T3" fmla="*/ 25 h 367"/>
                <a:gd name="T4" fmla="*/ 367 w 368"/>
                <a:gd name="T5" fmla="*/ 318 h 367"/>
                <a:gd name="T6" fmla="*/ 318 w 368"/>
                <a:gd name="T7" fmla="*/ 366 h 367"/>
                <a:gd name="T8" fmla="*/ 49 w 368"/>
                <a:gd name="T9" fmla="*/ 366 h 367"/>
                <a:gd name="T10" fmla="*/ 0 w 368"/>
                <a:gd name="T11" fmla="*/ 318 h 367"/>
                <a:gd name="T12" fmla="*/ 0 w 368"/>
                <a:gd name="T13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8" h="367">
                  <a:moveTo>
                    <a:pt x="367" y="25"/>
                  </a:moveTo>
                  <a:lnTo>
                    <a:pt x="367" y="25"/>
                  </a:lnTo>
                  <a:cubicBezTo>
                    <a:pt x="367" y="318"/>
                    <a:pt x="367" y="318"/>
                    <a:pt x="367" y="318"/>
                  </a:cubicBezTo>
                  <a:cubicBezTo>
                    <a:pt x="367" y="342"/>
                    <a:pt x="342" y="366"/>
                    <a:pt x="318" y="366"/>
                  </a:cubicBezTo>
                  <a:cubicBezTo>
                    <a:pt x="49" y="366"/>
                    <a:pt x="49" y="366"/>
                    <a:pt x="49" y="366"/>
                  </a:cubicBezTo>
                  <a:cubicBezTo>
                    <a:pt x="25" y="366"/>
                    <a:pt x="0" y="342"/>
                    <a:pt x="0" y="318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5" name="Freeform 17">
              <a:extLst>
                <a:ext uri="{FF2B5EF4-FFF2-40B4-BE49-F238E27FC236}">
                  <a16:creationId xmlns:a16="http://schemas.microsoft.com/office/drawing/2014/main" id="{AE0ED993-2CC3-8127-9F44-548E2FDEBC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7700" y="4105275"/>
              <a:ext cx="166688" cy="79375"/>
            </a:xfrm>
            <a:custGeom>
              <a:avLst/>
              <a:gdLst>
                <a:gd name="T0" fmla="*/ 0 w 465"/>
                <a:gd name="T1" fmla="*/ 220 h 221"/>
                <a:gd name="T2" fmla="*/ 0 w 465"/>
                <a:gd name="T3" fmla="*/ 220 h 221"/>
                <a:gd name="T4" fmla="*/ 244 w 465"/>
                <a:gd name="T5" fmla="*/ 0 h 221"/>
                <a:gd name="T6" fmla="*/ 464 w 465"/>
                <a:gd name="T7" fmla="*/ 220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5" h="221">
                  <a:moveTo>
                    <a:pt x="0" y="220"/>
                  </a:moveTo>
                  <a:lnTo>
                    <a:pt x="0" y="220"/>
                  </a:lnTo>
                  <a:cubicBezTo>
                    <a:pt x="0" y="98"/>
                    <a:pt x="98" y="0"/>
                    <a:pt x="244" y="0"/>
                  </a:cubicBezTo>
                  <a:cubicBezTo>
                    <a:pt x="367" y="0"/>
                    <a:pt x="464" y="98"/>
                    <a:pt x="464" y="220"/>
                  </a:cubicBezTo>
                </a:path>
              </a:pathLst>
            </a:cu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56" name="Freeform 18">
              <a:extLst>
                <a:ext uri="{FF2B5EF4-FFF2-40B4-BE49-F238E27FC236}">
                  <a16:creationId xmlns:a16="http://schemas.microsoft.com/office/drawing/2014/main" id="{9508E6EE-26DD-7BE1-7BBE-8A9836FD1E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2888" y="3649663"/>
              <a:ext cx="677862" cy="817562"/>
            </a:xfrm>
            <a:custGeom>
              <a:avLst/>
              <a:gdLst>
                <a:gd name="T0" fmla="*/ 1660 w 1881"/>
                <a:gd name="T1" fmla="*/ 2269 h 2270"/>
                <a:gd name="T2" fmla="*/ 1660 w 1881"/>
                <a:gd name="T3" fmla="*/ 2269 h 2270"/>
                <a:gd name="T4" fmla="*/ 195 w 1881"/>
                <a:gd name="T5" fmla="*/ 2269 h 2270"/>
                <a:gd name="T6" fmla="*/ 0 w 1881"/>
                <a:gd name="T7" fmla="*/ 2074 h 2270"/>
                <a:gd name="T8" fmla="*/ 0 w 1881"/>
                <a:gd name="T9" fmla="*/ 340 h 2270"/>
                <a:gd name="T10" fmla="*/ 928 w 1881"/>
                <a:gd name="T11" fmla="*/ 0 h 2270"/>
                <a:gd name="T12" fmla="*/ 1880 w 1881"/>
                <a:gd name="T13" fmla="*/ 340 h 2270"/>
                <a:gd name="T14" fmla="*/ 1880 w 1881"/>
                <a:gd name="T15" fmla="*/ 2074 h 2270"/>
                <a:gd name="T16" fmla="*/ 1660 w 1881"/>
                <a:gd name="T17" fmla="*/ 2269 h 2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81" h="2270">
                  <a:moveTo>
                    <a:pt x="1660" y="2269"/>
                  </a:moveTo>
                  <a:lnTo>
                    <a:pt x="1660" y="2269"/>
                  </a:lnTo>
                  <a:cubicBezTo>
                    <a:pt x="195" y="2269"/>
                    <a:pt x="195" y="2269"/>
                    <a:pt x="195" y="2269"/>
                  </a:cubicBezTo>
                  <a:cubicBezTo>
                    <a:pt x="74" y="2269"/>
                    <a:pt x="0" y="2171"/>
                    <a:pt x="0" y="2074"/>
                  </a:cubicBezTo>
                  <a:cubicBezTo>
                    <a:pt x="0" y="340"/>
                    <a:pt x="0" y="340"/>
                    <a:pt x="0" y="340"/>
                  </a:cubicBezTo>
                  <a:cubicBezTo>
                    <a:pt x="0" y="122"/>
                    <a:pt x="269" y="0"/>
                    <a:pt x="928" y="0"/>
                  </a:cubicBezTo>
                  <a:cubicBezTo>
                    <a:pt x="1587" y="0"/>
                    <a:pt x="1880" y="122"/>
                    <a:pt x="1880" y="340"/>
                  </a:cubicBezTo>
                  <a:cubicBezTo>
                    <a:pt x="1880" y="2074"/>
                    <a:pt x="1880" y="2074"/>
                    <a:pt x="1880" y="2074"/>
                  </a:cubicBezTo>
                  <a:cubicBezTo>
                    <a:pt x="1880" y="2171"/>
                    <a:pt x="1783" y="2269"/>
                    <a:pt x="1660" y="2269"/>
                  </a:cubicBezTo>
                </a:path>
              </a:pathLst>
            </a:cu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7" name="Freeform 19">
              <a:extLst>
                <a:ext uri="{FF2B5EF4-FFF2-40B4-BE49-F238E27FC236}">
                  <a16:creationId xmlns:a16="http://schemas.microsoft.com/office/drawing/2014/main" id="{04709D2F-D682-38C8-D65A-9981660A04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7638" y="3806825"/>
              <a:ext cx="88900" cy="176213"/>
            </a:xfrm>
            <a:custGeom>
              <a:avLst/>
              <a:gdLst>
                <a:gd name="T0" fmla="*/ 0 w 245"/>
                <a:gd name="T1" fmla="*/ 488 h 489"/>
                <a:gd name="T2" fmla="*/ 0 w 245"/>
                <a:gd name="T3" fmla="*/ 488 h 489"/>
                <a:gd name="T4" fmla="*/ 0 w 245"/>
                <a:gd name="T5" fmla="*/ 122 h 489"/>
                <a:gd name="T6" fmla="*/ 24 w 245"/>
                <a:gd name="T7" fmla="*/ 98 h 489"/>
                <a:gd name="T8" fmla="*/ 244 w 245"/>
                <a:gd name="T9" fmla="*/ 0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5" h="489">
                  <a:moveTo>
                    <a:pt x="0" y="488"/>
                  </a:moveTo>
                  <a:lnTo>
                    <a:pt x="0" y="488"/>
                  </a:lnTo>
                  <a:cubicBezTo>
                    <a:pt x="0" y="122"/>
                    <a:pt x="0" y="122"/>
                    <a:pt x="0" y="122"/>
                  </a:cubicBezTo>
                  <a:lnTo>
                    <a:pt x="24" y="98"/>
                  </a:ln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B8898DC-8450-0F9E-2DDB-CCBC97CC5B6C}"/>
              </a:ext>
            </a:extLst>
          </p:cNvPr>
          <p:cNvGrpSpPr/>
          <p:nvPr/>
        </p:nvGrpSpPr>
        <p:grpSpPr>
          <a:xfrm>
            <a:off x="6882306" y="2745122"/>
            <a:ext cx="871010" cy="533129"/>
            <a:chOff x="4487863" y="295275"/>
            <a:chExt cx="1182687" cy="723900"/>
          </a:xfrm>
        </p:grpSpPr>
        <p:sp>
          <p:nvSpPr>
            <p:cNvPr id="59" name="Freeform 49">
              <a:extLst>
                <a:ext uri="{FF2B5EF4-FFF2-40B4-BE49-F238E27FC236}">
                  <a16:creationId xmlns:a16="http://schemas.microsoft.com/office/drawing/2014/main" id="{FE648A13-F609-3A56-6A87-2AA132C87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8200" y="642938"/>
              <a:ext cx="190500" cy="53975"/>
            </a:xfrm>
            <a:custGeom>
              <a:avLst/>
              <a:gdLst>
                <a:gd name="T0" fmla="*/ 0 w 527"/>
                <a:gd name="T1" fmla="*/ 0 h 150"/>
                <a:gd name="T2" fmla="*/ 150 w 527"/>
                <a:gd name="T3" fmla="*/ 149 h 150"/>
                <a:gd name="T4" fmla="*/ 526 w 527"/>
                <a:gd name="T5" fmla="*/ 149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7" h="150">
                  <a:moveTo>
                    <a:pt x="0" y="0"/>
                  </a:moveTo>
                  <a:lnTo>
                    <a:pt x="150" y="149"/>
                  </a:lnTo>
                  <a:lnTo>
                    <a:pt x="526" y="149"/>
                  </a:lnTo>
                </a:path>
              </a:pathLst>
            </a:cu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0" name="Freeform 50">
              <a:extLst>
                <a:ext uri="{FF2B5EF4-FFF2-40B4-BE49-F238E27FC236}">
                  <a16:creationId xmlns:a16="http://schemas.microsoft.com/office/drawing/2014/main" id="{4169E340-72A9-40F6-C48E-0F9E6F384A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5813" y="885825"/>
              <a:ext cx="242887" cy="133350"/>
            </a:xfrm>
            <a:custGeom>
              <a:avLst/>
              <a:gdLst>
                <a:gd name="T0" fmla="*/ 0 w 676"/>
                <a:gd name="T1" fmla="*/ 0 h 371"/>
                <a:gd name="T2" fmla="*/ 0 w 676"/>
                <a:gd name="T3" fmla="*/ 0 h 371"/>
                <a:gd name="T4" fmla="*/ 0 w 676"/>
                <a:gd name="T5" fmla="*/ 298 h 371"/>
                <a:gd name="T6" fmla="*/ 78 w 676"/>
                <a:gd name="T7" fmla="*/ 370 h 371"/>
                <a:gd name="T8" fmla="*/ 597 w 676"/>
                <a:gd name="T9" fmla="*/ 370 h 371"/>
                <a:gd name="T10" fmla="*/ 675 w 676"/>
                <a:gd name="T11" fmla="*/ 298 h 371"/>
                <a:gd name="T12" fmla="*/ 675 w 676"/>
                <a:gd name="T13" fmla="*/ 22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6" h="371">
                  <a:moveTo>
                    <a:pt x="0" y="0"/>
                  </a:moveTo>
                  <a:lnTo>
                    <a:pt x="0" y="0"/>
                  </a:lnTo>
                  <a:cubicBezTo>
                    <a:pt x="0" y="298"/>
                    <a:pt x="0" y="298"/>
                    <a:pt x="0" y="298"/>
                  </a:cubicBezTo>
                  <a:cubicBezTo>
                    <a:pt x="0" y="341"/>
                    <a:pt x="35" y="370"/>
                    <a:pt x="78" y="370"/>
                  </a:cubicBezTo>
                  <a:cubicBezTo>
                    <a:pt x="597" y="370"/>
                    <a:pt x="597" y="370"/>
                    <a:pt x="597" y="370"/>
                  </a:cubicBezTo>
                  <a:cubicBezTo>
                    <a:pt x="640" y="370"/>
                    <a:pt x="675" y="341"/>
                    <a:pt x="675" y="298"/>
                  </a:cubicBezTo>
                  <a:cubicBezTo>
                    <a:pt x="675" y="220"/>
                    <a:pt x="675" y="220"/>
                    <a:pt x="675" y="220"/>
                  </a:cubicBezTo>
                </a:path>
              </a:pathLst>
            </a:cu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1" name="Freeform 51">
              <a:extLst>
                <a:ext uri="{FF2B5EF4-FFF2-40B4-BE49-F238E27FC236}">
                  <a16:creationId xmlns:a16="http://schemas.microsoft.com/office/drawing/2014/main" id="{0796620B-16AE-D08D-2D0D-7289A3D1E2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863" y="428625"/>
              <a:ext cx="1182687" cy="484188"/>
            </a:xfrm>
            <a:custGeom>
              <a:avLst/>
              <a:gdLst>
                <a:gd name="T0" fmla="*/ 3213 w 3285"/>
                <a:gd name="T1" fmla="*/ 0 h 1345"/>
                <a:gd name="T2" fmla="*/ 3213 w 3285"/>
                <a:gd name="T3" fmla="*/ 0 h 1345"/>
                <a:gd name="T4" fmla="*/ 2836 w 3285"/>
                <a:gd name="T5" fmla="*/ 0 h 1345"/>
                <a:gd name="T6" fmla="*/ 2686 w 3285"/>
                <a:gd name="T7" fmla="*/ 228 h 1345"/>
                <a:gd name="T8" fmla="*/ 2466 w 3285"/>
                <a:gd name="T9" fmla="*/ 299 h 1345"/>
                <a:gd name="T10" fmla="*/ 1642 w 3285"/>
                <a:gd name="T11" fmla="*/ 299 h 1345"/>
                <a:gd name="T12" fmla="*/ 825 w 3285"/>
                <a:gd name="T13" fmla="*/ 299 h 1345"/>
                <a:gd name="T14" fmla="*/ 598 w 3285"/>
                <a:gd name="T15" fmla="*/ 228 h 1345"/>
                <a:gd name="T16" fmla="*/ 448 w 3285"/>
                <a:gd name="T17" fmla="*/ 0 h 1345"/>
                <a:gd name="T18" fmla="*/ 78 w 3285"/>
                <a:gd name="T19" fmla="*/ 0 h 1345"/>
                <a:gd name="T20" fmla="*/ 0 w 3285"/>
                <a:gd name="T21" fmla="*/ 79 h 1345"/>
                <a:gd name="T22" fmla="*/ 0 w 3285"/>
                <a:gd name="T23" fmla="*/ 228 h 1345"/>
                <a:gd name="T24" fmla="*/ 78 w 3285"/>
                <a:gd name="T25" fmla="*/ 299 h 1345"/>
                <a:gd name="T26" fmla="*/ 377 w 3285"/>
                <a:gd name="T27" fmla="*/ 377 h 1345"/>
                <a:gd name="T28" fmla="*/ 299 w 3285"/>
                <a:gd name="T29" fmla="*/ 484 h 1345"/>
                <a:gd name="T30" fmla="*/ 228 w 3285"/>
                <a:gd name="T31" fmla="*/ 733 h 1345"/>
                <a:gd name="T32" fmla="*/ 228 w 3285"/>
                <a:gd name="T33" fmla="*/ 1124 h 1345"/>
                <a:gd name="T34" fmla="*/ 448 w 3285"/>
                <a:gd name="T35" fmla="*/ 1344 h 1345"/>
                <a:gd name="T36" fmla="*/ 1642 w 3285"/>
                <a:gd name="T37" fmla="*/ 1344 h 1345"/>
                <a:gd name="T38" fmla="*/ 2836 w 3285"/>
                <a:gd name="T39" fmla="*/ 1344 h 1345"/>
                <a:gd name="T40" fmla="*/ 3063 w 3285"/>
                <a:gd name="T41" fmla="*/ 1124 h 1345"/>
                <a:gd name="T42" fmla="*/ 3063 w 3285"/>
                <a:gd name="T43" fmla="*/ 733 h 1345"/>
                <a:gd name="T44" fmla="*/ 2985 w 3285"/>
                <a:gd name="T45" fmla="*/ 484 h 1345"/>
                <a:gd name="T46" fmla="*/ 2914 w 3285"/>
                <a:gd name="T47" fmla="*/ 377 h 1345"/>
                <a:gd name="T48" fmla="*/ 3213 w 3285"/>
                <a:gd name="T49" fmla="*/ 299 h 1345"/>
                <a:gd name="T50" fmla="*/ 3284 w 3285"/>
                <a:gd name="T51" fmla="*/ 228 h 1345"/>
                <a:gd name="T52" fmla="*/ 3284 w 3285"/>
                <a:gd name="T53" fmla="*/ 79 h 1345"/>
                <a:gd name="T54" fmla="*/ 3213 w 3285"/>
                <a:gd name="T55" fmla="*/ 0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285" h="1345">
                  <a:moveTo>
                    <a:pt x="3213" y="0"/>
                  </a:moveTo>
                  <a:lnTo>
                    <a:pt x="3213" y="0"/>
                  </a:lnTo>
                  <a:cubicBezTo>
                    <a:pt x="2836" y="0"/>
                    <a:pt x="2836" y="0"/>
                    <a:pt x="2836" y="0"/>
                  </a:cubicBezTo>
                  <a:cubicBezTo>
                    <a:pt x="2686" y="228"/>
                    <a:pt x="2686" y="228"/>
                    <a:pt x="2686" y="228"/>
                  </a:cubicBezTo>
                  <a:cubicBezTo>
                    <a:pt x="2466" y="299"/>
                    <a:pt x="2466" y="299"/>
                    <a:pt x="2466" y="299"/>
                  </a:cubicBezTo>
                  <a:cubicBezTo>
                    <a:pt x="1642" y="299"/>
                    <a:pt x="1642" y="299"/>
                    <a:pt x="1642" y="299"/>
                  </a:cubicBezTo>
                  <a:cubicBezTo>
                    <a:pt x="825" y="299"/>
                    <a:pt x="825" y="299"/>
                    <a:pt x="825" y="299"/>
                  </a:cubicBezTo>
                  <a:cubicBezTo>
                    <a:pt x="598" y="228"/>
                    <a:pt x="598" y="228"/>
                    <a:pt x="598" y="228"/>
                  </a:cubicBezTo>
                  <a:cubicBezTo>
                    <a:pt x="448" y="0"/>
                    <a:pt x="448" y="0"/>
                    <a:pt x="448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36" y="0"/>
                    <a:pt x="0" y="36"/>
                    <a:pt x="0" y="79"/>
                  </a:cubicBezTo>
                  <a:cubicBezTo>
                    <a:pt x="0" y="228"/>
                    <a:pt x="0" y="228"/>
                    <a:pt x="0" y="228"/>
                  </a:cubicBezTo>
                  <a:cubicBezTo>
                    <a:pt x="0" y="263"/>
                    <a:pt x="36" y="299"/>
                    <a:pt x="78" y="299"/>
                  </a:cubicBezTo>
                  <a:cubicBezTo>
                    <a:pt x="377" y="377"/>
                    <a:pt x="377" y="377"/>
                    <a:pt x="377" y="377"/>
                  </a:cubicBezTo>
                  <a:cubicBezTo>
                    <a:pt x="299" y="484"/>
                    <a:pt x="299" y="484"/>
                    <a:pt x="299" y="484"/>
                  </a:cubicBezTo>
                  <a:cubicBezTo>
                    <a:pt x="249" y="562"/>
                    <a:pt x="228" y="647"/>
                    <a:pt x="228" y="733"/>
                  </a:cubicBezTo>
                  <a:cubicBezTo>
                    <a:pt x="228" y="1124"/>
                    <a:pt x="228" y="1124"/>
                    <a:pt x="228" y="1124"/>
                  </a:cubicBezTo>
                  <a:cubicBezTo>
                    <a:pt x="228" y="1244"/>
                    <a:pt x="327" y="1344"/>
                    <a:pt x="448" y="1344"/>
                  </a:cubicBezTo>
                  <a:cubicBezTo>
                    <a:pt x="1642" y="1344"/>
                    <a:pt x="1642" y="1344"/>
                    <a:pt x="1642" y="1344"/>
                  </a:cubicBezTo>
                  <a:cubicBezTo>
                    <a:pt x="2836" y="1344"/>
                    <a:pt x="2836" y="1344"/>
                    <a:pt x="2836" y="1344"/>
                  </a:cubicBezTo>
                  <a:cubicBezTo>
                    <a:pt x="2964" y="1344"/>
                    <a:pt x="3063" y="1244"/>
                    <a:pt x="3063" y="1124"/>
                  </a:cubicBezTo>
                  <a:cubicBezTo>
                    <a:pt x="3063" y="733"/>
                    <a:pt x="3063" y="733"/>
                    <a:pt x="3063" y="733"/>
                  </a:cubicBezTo>
                  <a:cubicBezTo>
                    <a:pt x="3063" y="647"/>
                    <a:pt x="3035" y="562"/>
                    <a:pt x="2985" y="484"/>
                  </a:cubicBezTo>
                  <a:cubicBezTo>
                    <a:pt x="2914" y="377"/>
                    <a:pt x="2914" y="377"/>
                    <a:pt x="2914" y="377"/>
                  </a:cubicBezTo>
                  <a:cubicBezTo>
                    <a:pt x="3213" y="299"/>
                    <a:pt x="3213" y="299"/>
                    <a:pt x="3213" y="299"/>
                  </a:cubicBezTo>
                  <a:cubicBezTo>
                    <a:pt x="3255" y="299"/>
                    <a:pt x="3284" y="263"/>
                    <a:pt x="3284" y="228"/>
                  </a:cubicBezTo>
                  <a:cubicBezTo>
                    <a:pt x="3284" y="79"/>
                    <a:pt x="3284" y="79"/>
                    <a:pt x="3284" y="79"/>
                  </a:cubicBezTo>
                  <a:cubicBezTo>
                    <a:pt x="3284" y="36"/>
                    <a:pt x="3255" y="0"/>
                    <a:pt x="3213" y="0"/>
                  </a:cubicBezTo>
                </a:path>
              </a:pathLst>
            </a:cu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62" name="Freeform 52">
              <a:extLst>
                <a:ext uri="{FF2B5EF4-FFF2-40B4-BE49-F238E27FC236}">
                  <a16:creationId xmlns:a16="http://schemas.microsoft.com/office/drawing/2014/main" id="{F1F39755-2C3C-C5EF-2921-07F84208A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6775" y="295275"/>
              <a:ext cx="806450" cy="187325"/>
            </a:xfrm>
            <a:custGeom>
              <a:avLst/>
              <a:gdLst>
                <a:gd name="T0" fmla="*/ 2239 w 2240"/>
                <a:gd name="T1" fmla="*/ 519 h 520"/>
                <a:gd name="T2" fmla="*/ 2239 w 2240"/>
                <a:gd name="T3" fmla="*/ 519 h 520"/>
                <a:gd name="T4" fmla="*/ 2011 w 2240"/>
                <a:gd name="T5" fmla="*/ 71 h 520"/>
                <a:gd name="T6" fmla="*/ 1862 w 2240"/>
                <a:gd name="T7" fmla="*/ 0 h 520"/>
                <a:gd name="T8" fmla="*/ 370 w 2240"/>
                <a:gd name="T9" fmla="*/ 0 h 520"/>
                <a:gd name="T10" fmla="*/ 221 w 2240"/>
                <a:gd name="T11" fmla="*/ 71 h 520"/>
                <a:gd name="T12" fmla="*/ 0 w 2240"/>
                <a:gd name="T13" fmla="*/ 519 h 5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40" h="520">
                  <a:moveTo>
                    <a:pt x="2239" y="519"/>
                  </a:moveTo>
                  <a:lnTo>
                    <a:pt x="2239" y="519"/>
                  </a:lnTo>
                  <a:cubicBezTo>
                    <a:pt x="2239" y="519"/>
                    <a:pt x="2047" y="113"/>
                    <a:pt x="2011" y="71"/>
                  </a:cubicBezTo>
                  <a:cubicBezTo>
                    <a:pt x="1983" y="28"/>
                    <a:pt x="1919" y="0"/>
                    <a:pt x="1862" y="0"/>
                  </a:cubicBezTo>
                  <a:cubicBezTo>
                    <a:pt x="1748" y="0"/>
                    <a:pt x="534" y="0"/>
                    <a:pt x="370" y="0"/>
                  </a:cubicBezTo>
                  <a:cubicBezTo>
                    <a:pt x="320" y="0"/>
                    <a:pt x="256" y="28"/>
                    <a:pt x="221" y="71"/>
                  </a:cubicBezTo>
                  <a:cubicBezTo>
                    <a:pt x="185" y="113"/>
                    <a:pt x="0" y="519"/>
                    <a:pt x="0" y="519"/>
                  </a:cubicBezTo>
                </a:path>
              </a:pathLst>
            </a:cu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3" name="Freeform 53">
              <a:extLst>
                <a:ext uri="{FF2B5EF4-FFF2-40B4-BE49-F238E27FC236}">
                  <a16:creationId xmlns:a16="http://schemas.microsoft.com/office/drawing/2014/main" id="{07C14022-1B53-95B6-2450-39447E32E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1300" y="642938"/>
              <a:ext cx="187325" cy="53975"/>
            </a:xfrm>
            <a:custGeom>
              <a:avLst/>
              <a:gdLst>
                <a:gd name="T0" fmla="*/ 519 w 520"/>
                <a:gd name="T1" fmla="*/ 0 h 150"/>
                <a:gd name="T2" fmla="*/ 369 w 520"/>
                <a:gd name="T3" fmla="*/ 149 h 150"/>
                <a:gd name="T4" fmla="*/ 0 w 520"/>
                <a:gd name="T5" fmla="*/ 149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0" h="150">
                  <a:moveTo>
                    <a:pt x="519" y="0"/>
                  </a:moveTo>
                  <a:lnTo>
                    <a:pt x="369" y="149"/>
                  </a:lnTo>
                  <a:lnTo>
                    <a:pt x="0" y="149"/>
                  </a:lnTo>
                </a:path>
              </a:pathLst>
            </a:cu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4" name="Freeform 54">
              <a:extLst>
                <a:ext uri="{FF2B5EF4-FFF2-40B4-BE49-F238E27FC236}">
                  <a16:creationId xmlns:a16="http://schemas.microsoft.com/office/drawing/2014/main" id="{BAA45598-2A69-F548-85D4-CCED89982B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1300" y="885825"/>
              <a:ext cx="241300" cy="133350"/>
            </a:xfrm>
            <a:custGeom>
              <a:avLst/>
              <a:gdLst>
                <a:gd name="T0" fmla="*/ 668 w 669"/>
                <a:gd name="T1" fmla="*/ 0 h 371"/>
                <a:gd name="T2" fmla="*/ 668 w 669"/>
                <a:gd name="T3" fmla="*/ 0 h 371"/>
                <a:gd name="T4" fmla="*/ 668 w 669"/>
                <a:gd name="T5" fmla="*/ 298 h 371"/>
                <a:gd name="T6" fmla="*/ 597 w 669"/>
                <a:gd name="T7" fmla="*/ 370 h 371"/>
                <a:gd name="T8" fmla="*/ 71 w 669"/>
                <a:gd name="T9" fmla="*/ 370 h 371"/>
                <a:gd name="T10" fmla="*/ 0 w 669"/>
                <a:gd name="T11" fmla="*/ 298 h 371"/>
                <a:gd name="T12" fmla="*/ 0 w 669"/>
                <a:gd name="T13" fmla="*/ 220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69" h="371">
                  <a:moveTo>
                    <a:pt x="668" y="0"/>
                  </a:moveTo>
                  <a:lnTo>
                    <a:pt x="668" y="0"/>
                  </a:lnTo>
                  <a:cubicBezTo>
                    <a:pt x="668" y="298"/>
                    <a:pt x="668" y="298"/>
                    <a:pt x="668" y="298"/>
                  </a:cubicBezTo>
                  <a:cubicBezTo>
                    <a:pt x="668" y="341"/>
                    <a:pt x="640" y="370"/>
                    <a:pt x="597" y="370"/>
                  </a:cubicBezTo>
                  <a:cubicBezTo>
                    <a:pt x="71" y="370"/>
                    <a:pt x="71" y="370"/>
                    <a:pt x="71" y="370"/>
                  </a:cubicBezTo>
                  <a:cubicBezTo>
                    <a:pt x="35" y="370"/>
                    <a:pt x="0" y="341"/>
                    <a:pt x="0" y="298"/>
                  </a:cubicBezTo>
                  <a:cubicBezTo>
                    <a:pt x="0" y="220"/>
                    <a:pt x="0" y="220"/>
                    <a:pt x="0" y="220"/>
                  </a:cubicBezTo>
                </a:path>
              </a:pathLst>
            </a:cu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65" name="Line 55">
              <a:extLst>
                <a:ext uri="{FF2B5EF4-FFF2-40B4-BE49-F238E27FC236}">
                  <a16:creationId xmlns:a16="http://schemas.microsoft.com/office/drawing/2014/main" id="{35BA8998-5CB5-ECAD-B89C-594ED99BEE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38700" y="804863"/>
              <a:ext cx="484188" cy="1587"/>
            </a:xfrm>
            <a:prstGeom prst="line">
              <a:avLst/>
            </a:prstGeom>
            <a:noFill/>
            <a:ln w="31750" cap="flat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2400"/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5E78EC7A-3F9D-F932-E5F4-20A367CE0936}"/>
              </a:ext>
            </a:extLst>
          </p:cNvPr>
          <p:cNvSpPr txBox="1"/>
          <p:nvPr/>
        </p:nvSpPr>
        <p:spPr>
          <a:xfrm>
            <a:off x="994551" y="1598870"/>
            <a:ext cx="12043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Heavy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Rail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7F91097-F909-929C-131A-DB5BF525385B}"/>
              </a:ext>
            </a:extLst>
          </p:cNvPr>
          <p:cNvSpPr txBox="1"/>
          <p:nvPr/>
        </p:nvSpPr>
        <p:spPr>
          <a:xfrm>
            <a:off x="2364578" y="1691203"/>
            <a:ext cx="13779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Light 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Rail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6EC33E3-E56F-963B-A7B8-987690757926}"/>
              </a:ext>
            </a:extLst>
          </p:cNvPr>
          <p:cNvSpPr txBox="1"/>
          <p:nvPr/>
        </p:nvSpPr>
        <p:spPr>
          <a:xfrm>
            <a:off x="6623455" y="1691203"/>
            <a:ext cx="13779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Personal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Vehicles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4F532A-C1BB-2E41-338F-5BD3BE6E3053}"/>
              </a:ext>
            </a:extLst>
          </p:cNvPr>
          <p:cNvSpPr txBox="1"/>
          <p:nvPr/>
        </p:nvSpPr>
        <p:spPr>
          <a:xfrm>
            <a:off x="5207193" y="1691203"/>
            <a:ext cx="13779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City 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Bus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DCE6813-4BCC-CFAC-B595-65DA3CA2A717}"/>
              </a:ext>
            </a:extLst>
          </p:cNvPr>
          <p:cNvSpPr txBox="1"/>
          <p:nvPr/>
        </p:nvSpPr>
        <p:spPr>
          <a:xfrm>
            <a:off x="3732926" y="1691202"/>
            <a:ext cx="13779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Private 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Buses</a:t>
            </a:r>
          </a:p>
        </p:txBody>
      </p:sp>
      <p:sp>
        <p:nvSpPr>
          <p:cNvPr id="71" name="Title 70">
            <a:extLst>
              <a:ext uri="{FF2B5EF4-FFF2-40B4-BE49-F238E27FC236}">
                <a16:creationId xmlns:a16="http://schemas.microsoft.com/office/drawing/2014/main" id="{2B283A4C-994C-937A-FC39-20DC322AC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Transportaion Icons</a:t>
            </a:r>
          </a:p>
        </p:txBody>
      </p:sp>
    </p:spTree>
    <p:extLst>
      <p:ext uri="{BB962C8B-B14F-4D97-AF65-F5344CB8AC3E}">
        <p14:creationId xmlns:p14="http://schemas.microsoft.com/office/powerpoint/2010/main" val="1150956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304574" y="3522549"/>
            <a:ext cx="4267426" cy="848279"/>
            <a:chOff x="3982249" y="3500842"/>
            <a:chExt cx="3547315" cy="705135"/>
          </a:xfrm>
        </p:grpSpPr>
        <p:sp>
          <p:nvSpPr>
            <p:cNvPr id="80" name="TextBox 79"/>
            <p:cNvSpPr txBox="1"/>
            <p:nvPr/>
          </p:nvSpPr>
          <p:spPr>
            <a:xfrm>
              <a:off x="6456653" y="3752244"/>
              <a:ext cx="1072911" cy="4537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spcAft>
                  <a:spcPts val="300"/>
                </a:spcAft>
              </a:pPr>
              <a:r>
                <a:rPr lang="en-US" sz="799" b="1" dirty="0">
                  <a:solidFill>
                    <a:schemeClr val="tx2"/>
                  </a:solidFill>
                </a:rPr>
                <a:t>LILEE Yellow</a:t>
              </a:r>
            </a:p>
            <a:p>
              <a:pPr algn="r">
                <a:spcAft>
                  <a:spcPts val="300"/>
                </a:spcAft>
              </a:pPr>
              <a:r>
                <a:rPr lang="fi-FI" sz="799" dirty="0">
                  <a:solidFill>
                    <a:schemeClr val="tx2"/>
                  </a:solidFill>
                </a:rPr>
                <a:t>R255 G183 B0</a:t>
              </a:r>
            </a:p>
            <a:p>
              <a:pPr algn="r">
                <a:spcAft>
                  <a:spcPts val="300"/>
                </a:spcAft>
              </a:pPr>
              <a:r>
                <a:rPr lang="is-IS" sz="799" dirty="0">
                  <a:solidFill>
                    <a:schemeClr val="tx2"/>
                  </a:solidFill>
                </a:rPr>
                <a:t>FFB700 </a:t>
              </a:r>
              <a:r>
                <a:rPr lang="tr-TR" sz="799" dirty="0">
                  <a:solidFill>
                    <a:schemeClr val="tx2"/>
                  </a:solidFill>
                </a:rPr>
                <a:t> 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3982249" y="3760803"/>
              <a:ext cx="1054100" cy="4367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lang="en-US" sz="799" b="1" dirty="0">
                  <a:solidFill>
                    <a:schemeClr val="tx2"/>
                  </a:solidFill>
                </a:rPr>
                <a:t>LILEE Orange</a:t>
              </a:r>
            </a:p>
            <a:p>
              <a:pPr>
                <a:spcAft>
                  <a:spcPts val="300"/>
                </a:spcAft>
              </a:pPr>
              <a:r>
                <a:rPr lang="fi-FI" sz="799" dirty="0">
                  <a:solidFill>
                    <a:schemeClr val="tx2"/>
                  </a:solidFill>
                </a:rPr>
                <a:t>R255 G131 B0</a:t>
              </a:r>
            </a:p>
            <a:p>
              <a:pPr>
                <a:lnSpc>
                  <a:spcPct val="90000"/>
                </a:lnSpc>
                <a:spcAft>
                  <a:spcPts val="300"/>
                </a:spcAft>
              </a:pPr>
              <a:r>
                <a:rPr lang="fi-FI" sz="799" dirty="0">
                  <a:solidFill>
                    <a:schemeClr val="tx2"/>
                  </a:solidFill>
                </a:rPr>
                <a:t>FF8300</a:t>
              </a:r>
            </a:p>
          </p:txBody>
        </p:sp>
        <p:grpSp>
          <p:nvGrpSpPr>
            <p:cNvPr id="21" name="Group 20"/>
            <p:cNvGrpSpPr/>
            <p:nvPr/>
          </p:nvGrpSpPr>
          <p:grpSpPr>
            <a:xfrm>
              <a:off x="4053475" y="3500842"/>
              <a:ext cx="3387397" cy="230877"/>
              <a:chOff x="4053475" y="3500842"/>
              <a:chExt cx="3387397" cy="230877"/>
            </a:xfrm>
          </p:grpSpPr>
          <p:sp>
            <p:nvSpPr>
              <p:cNvPr id="29" name="Rounded Rectangle 28"/>
              <p:cNvSpPr/>
              <p:nvPr/>
            </p:nvSpPr>
            <p:spPr>
              <a:xfrm>
                <a:off x="4053475" y="3512505"/>
                <a:ext cx="3387397" cy="219214"/>
              </a:xfrm>
              <a:prstGeom prst="roundRect">
                <a:avLst>
                  <a:gd name="adj" fmla="val 0"/>
                </a:avLst>
              </a:prstGeom>
              <a:gradFill>
                <a:gsLst>
                  <a:gs pos="100000">
                    <a:schemeClr val="accent2"/>
                  </a:gs>
                  <a:gs pos="0">
                    <a:schemeClr val="accent1"/>
                  </a:gs>
                </a:gsLst>
                <a:lin ang="0" scaled="0"/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55" tIns="45678" rIns="91355" bIns="45678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2398" dirty="0">
                  <a:solidFill>
                    <a:schemeClr val="tx2"/>
                  </a:solidFill>
                </a:endParaRPr>
              </a:p>
            </p:txBody>
          </p:sp>
          <p:grpSp>
            <p:nvGrpSpPr>
              <p:cNvPr id="76" name="Group 75"/>
              <p:cNvGrpSpPr/>
              <p:nvPr/>
            </p:nvGrpSpPr>
            <p:grpSpPr>
              <a:xfrm>
                <a:off x="4093603" y="3559011"/>
                <a:ext cx="3311189" cy="104468"/>
                <a:chOff x="4864062" y="5014727"/>
                <a:chExt cx="4413760" cy="139254"/>
              </a:xfrm>
            </p:grpSpPr>
            <p:cxnSp>
              <p:nvCxnSpPr>
                <p:cNvPr id="9" name="Straight Connector 8"/>
                <p:cNvCxnSpPr>
                  <a:stCxn id="75" idx="6"/>
                </p:cNvCxnSpPr>
                <p:nvPr/>
              </p:nvCxnSpPr>
              <p:spPr>
                <a:xfrm>
                  <a:off x="5003316" y="5084354"/>
                  <a:ext cx="1743356" cy="0"/>
                </a:xfrm>
                <a:prstGeom prst="line">
                  <a:avLst/>
                </a:prstGeom>
                <a:noFill/>
                <a:ln w="6350" cmpd="sng">
                  <a:solidFill>
                    <a:schemeClr val="bg1"/>
                  </a:solidFill>
                  <a:miter lim="800000"/>
                  <a:headEnd type="none" w="med" len="med"/>
                  <a:tailEnd/>
                </a:ln>
              </p:spPr>
            </p:cxnSp>
            <p:sp>
              <p:nvSpPr>
                <p:cNvPr id="17" name="Oval 16"/>
                <p:cNvSpPr/>
                <p:nvPr/>
              </p:nvSpPr>
              <p:spPr>
                <a:xfrm>
                  <a:off x="9138568" y="5014727"/>
                  <a:ext cx="139254" cy="139254"/>
                </a:xfrm>
                <a:prstGeom prst="ellipse">
                  <a:avLst/>
                </a:prstGeom>
                <a:solidFill>
                  <a:srgbClr val="FFB700"/>
                </a:solidFill>
                <a:ln w="6350" cmpd="sng">
                  <a:solidFill>
                    <a:schemeClr val="bg1"/>
                  </a:solidFill>
                  <a:miter lim="800000"/>
                  <a:headEnd type="none" w="med" len="med"/>
                  <a:tailEnd/>
                </a:ln>
              </p:spPr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2"/>
                    </a:solidFill>
                  </a:endParaRPr>
                </a:p>
              </p:txBody>
            </p:sp>
            <p:sp>
              <p:nvSpPr>
                <p:cNvPr id="75" name="Oval 74"/>
                <p:cNvSpPr/>
                <p:nvPr/>
              </p:nvSpPr>
              <p:spPr>
                <a:xfrm>
                  <a:off x="4864062" y="5014727"/>
                  <a:ext cx="139254" cy="139254"/>
                </a:xfrm>
                <a:prstGeom prst="ellipse">
                  <a:avLst/>
                </a:prstGeom>
                <a:solidFill>
                  <a:srgbClr val="FF8301"/>
                </a:solidFill>
                <a:ln w="6350" cmpd="sng">
                  <a:solidFill>
                    <a:schemeClr val="bg1"/>
                  </a:solidFill>
                  <a:miter lim="800000"/>
                  <a:headEnd type="none" w="med" len="med"/>
                  <a:tailEnd/>
                </a:ln>
              </p:spPr>
              <p:txBody>
                <a:bodyPr rtlCol="0" anchor="ctr"/>
                <a:lstStyle/>
                <a:p>
                  <a:pPr algn="ctr"/>
                  <a:endParaRPr lang="en-US" sz="1350">
                    <a:solidFill>
                      <a:schemeClr val="tx2"/>
                    </a:solidFill>
                  </a:endParaRPr>
                </a:p>
              </p:txBody>
            </p:sp>
          </p:grpSp>
          <p:sp>
            <p:nvSpPr>
              <p:cNvPr id="78" name="TextBox 77"/>
              <p:cNvSpPr txBox="1"/>
              <p:nvPr/>
            </p:nvSpPr>
            <p:spPr>
              <a:xfrm flipH="1">
                <a:off x="4860303" y="3500842"/>
                <a:ext cx="1881316" cy="2107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49" dirty="0">
                    <a:solidFill>
                      <a:schemeClr val="bg1"/>
                    </a:solidFill>
                  </a:rPr>
                  <a:t>Gradient</a:t>
                </a:r>
              </a:p>
            </p:txBody>
          </p:sp>
          <p:cxnSp>
            <p:nvCxnSpPr>
              <p:cNvPr id="64" name="Straight Connector 63"/>
              <p:cNvCxnSpPr>
                <a:endCxn id="17" idx="2"/>
              </p:cNvCxnSpPr>
              <p:nvPr/>
            </p:nvCxnSpPr>
            <p:spPr>
              <a:xfrm flipV="1">
                <a:off x="6102233" y="3611245"/>
                <a:ext cx="1198090" cy="0"/>
              </a:xfrm>
              <a:prstGeom prst="line">
                <a:avLst/>
              </a:prstGeom>
              <a:noFill/>
              <a:ln w="6350" cmpd="sng">
                <a:solidFill>
                  <a:schemeClr val="bg1"/>
                </a:solidFill>
                <a:miter lim="800000"/>
                <a:headEnd type="none" w="med" len="med"/>
                <a:tailEnd/>
              </a:ln>
            </p:spPr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Colors</a:t>
            </a:r>
          </a:p>
        </p:txBody>
      </p:sp>
      <p:sp>
        <p:nvSpPr>
          <p:cNvPr id="46" name="TextBox 45"/>
          <p:cNvSpPr txBox="1"/>
          <p:nvPr/>
        </p:nvSpPr>
        <p:spPr>
          <a:xfrm flipH="1">
            <a:off x="303988" y="3053186"/>
            <a:ext cx="3759150" cy="276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99" dirty="0">
                <a:solidFill>
                  <a:srgbClr val="3E4543"/>
                </a:solidFill>
              </a:rPr>
              <a:t>Gradient &amp; Other Treatments</a:t>
            </a:r>
          </a:p>
        </p:txBody>
      </p:sp>
      <p:sp>
        <p:nvSpPr>
          <p:cNvPr id="47" name="Right Bracket 46"/>
          <p:cNvSpPr/>
          <p:nvPr/>
        </p:nvSpPr>
        <p:spPr>
          <a:xfrm rot="16200000">
            <a:off x="4560425" y="-834566"/>
            <a:ext cx="45677" cy="8404698"/>
          </a:xfrm>
          <a:prstGeom prst="rightBracket">
            <a:avLst>
              <a:gd name="adj" fmla="val 2136"/>
            </a:avLst>
          </a:prstGeom>
          <a:noFill/>
          <a:ln w="6350" cmpd="sng">
            <a:solidFill>
              <a:schemeClr val="bg1">
                <a:lumMod val="75000"/>
              </a:schemeClr>
            </a:solidFill>
            <a:miter lim="800000"/>
            <a:headEnd type="none" w="med" len="med"/>
            <a:tailEnd/>
          </a:ln>
        </p:spPr>
        <p:txBody>
          <a:bodyPr lIns="0" tIns="0" rIns="0" bIns="0"/>
          <a:lstStyle/>
          <a:p>
            <a:endParaRPr lang="en-US" sz="2398" dirty="0">
              <a:ln>
                <a:solidFill>
                  <a:srgbClr val="2D1C5F"/>
                </a:solidFill>
              </a:ln>
              <a:solidFill>
                <a:schemeClr val="tx2"/>
              </a:solidFill>
            </a:endParaRPr>
          </a:p>
        </p:txBody>
      </p:sp>
      <p:grpSp>
        <p:nvGrpSpPr>
          <p:cNvPr id="54" name="Group 53"/>
          <p:cNvGrpSpPr/>
          <p:nvPr/>
        </p:nvGrpSpPr>
        <p:grpSpPr>
          <a:xfrm>
            <a:off x="4669122" y="3522550"/>
            <a:ext cx="4123182" cy="277746"/>
            <a:chOff x="5347779" y="2262329"/>
            <a:chExt cx="3394839" cy="419319"/>
          </a:xfrm>
        </p:grpSpPr>
        <p:sp>
          <p:nvSpPr>
            <p:cNvPr id="40" name="Rounded Rectangle 39"/>
            <p:cNvSpPr/>
            <p:nvPr/>
          </p:nvSpPr>
          <p:spPr>
            <a:xfrm rot="10800000">
              <a:off x="5347779" y="2262329"/>
              <a:ext cx="3394839" cy="419319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6777" tIns="45678" rIns="456777" bIns="4567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398" dirty="0">
                <a:solidFill>
                  <a:schemeClr val="tx2"/>
                </a:solidFill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 flipH="1">
              <a:off x="6169197" y="2275261"/>
              <a:ext cx="1881316" cy="3827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49" dirty="0">
                  <a:solidFill>
                    <a:schemeClr val="tx2"/>
                  </a:solidFill>
                </a:rPr>
                <a:t>Subtle Background for Text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333281" y="1152541"/>
            <a:ext cx="8470301" cy="1496050"/>
            <a:chOff x="293301" y="993203"/>
            <a:chExt cx="8478144" cy="1497435"/>
          </a:xfrm>
        </p:grpSpPr>
        <p:grpSp>
          <p:nvGrpSpPr>
            <p:cNvPr id="71" name="Group 70"/>
            <p:cNvGrpSpPr/>
            <p:nvPr/>
          </p:nvGrpSpPr>
          <p:grpSpPr>
            <a:xfrm>
              <a:off x="293301" y="993209"/>
              <a:ext cx="4170360" cy="1497429"/>
              <a:chOff x="272981" y="804929"/>
              <a:chExt cx="4843017" cy="1738958"/>
            </a:xfrm>
          </p:grpSpPr>
          <p:sp>
            <p:nvSpPr>
              <p:cNvPr id="27" name="TextBox 26"/>
              <p:cNvSpPr txBox="1"/>
              <p:nvPr/>
            </p:nvSpPr>
            <p:spPr>
              <a:xfrm flipH="1">
                <a:off x="272981" y="804929"/>
                <a:ext cx="2090666" cy="3038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99" dirty="0">
                    <a:solidFill>
                      <a:srgbClr val="3E4543"/>
                    </a:solidFill>
                  </a:rPr>
                  <a:t>Primary</a:t>
                </a:r>
              </a:p>
            </p:txBody>
          </p:sp>
          <p:sp>
            <p:nvSpPr>
              <p:cNvPr id="28" name="Right Bracket 27"/>
              <p:cNvSpPr/>
              <p:nvPr/>
            </p:nvSpPr>
            <p:spPr>
              <a:xfrm rot="16200000">
                <a:off x="2694738" y="-1214659"/>
                <a:ext cx="45719" cy="4778495"/>
              </a:xfrm>
              <a:prstGeom prst="rightBracket">
                <a:avLst>
                  <a:gd name="adj" fmla="val 2136"/>
                </a:avLst>
              </a:prstGeom>
              <a:noFill/>
              <a:ln w="6350" cmpd="sng">
                <a:solidFill>
                  <a:schemeClr val="bg1">
                    <a:lumMod val="75000"/>
                  </a:schemeClr>
                </a:solidFill>
                <a:miter lim="800000"/>
                <a:headEnd type="none" w="med" len="med"/>
                <a:tailEnd/>
              </a:ln>
            </p:spPr>
            <p:txBody>
              <a:bodyPr lIns="0" tIns="0" rIns="0" bIns="0"/>
              <a:lstStyle/>
              <a:p>
                <a:endParaRPr lang="en-US" sz="1998" dirty="0">
                  <a:ln>
                    <a:solidFill>
                      <a:srgbClr val="2D1C5F"/>
                    </a:solidFill>
                  </a:ln>
                </a:endParaRPr>
              </a:p>
            </p:txBody>
          </p:sp>
          <p:grpSp>
            <p:nvGrpSpPr>
              <p:cNvPr id="53" name="Group 52"/>
              <p:cNvGrpSpPr/>
              <p:nvPr/>
            </p:nvGrpSpPr>
            <p:grpSpPr>
              <a:xfrm>
                <a:off x="328350" y="1367767"/>
                <a:ext cx="1054100" cy="1176120"/>
                <a:chOff x="328350" y="1367767"/>
                <a:chExt cx="1054100" cy="1176120"/>
              </a:xfrm>
            </p:grpSpPr>
            <p:grpSp>
              <p:nvGrpSpPr>
                <p:cNvPr id="88" name="Group 87"/>
                <p:cNvGrpSpPr/>
                <p:nvPr/>
              </p:nvGrpSpPr>
              <p:grpSpPr>
                <a:xfrm>
                  <a:off x="328350" y="1367767"/>
                  <a:ext cx="1054100" cy="1176120"/>
                  <a:chOff x="2136217" y="1820934"/>
                  <a:chExt cx="1405101" cy="1567752"/>
                </a:xfrm>
              </p:grpSpPr>
              <p:sp>
                <p:nvSpPr>
                  <p:cNvPr id="12" name="Rounded Rectangle 11"/>
                  <p:cNvSpPr/>
                  <p:nvPr/>
                </p:nvSpPr>
                <p:spPr>
                  <a:xfrm>
                    <a:off x="2136217" y="1820934"/>
                    <a:ext cx="1405101" cy="1567752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tx2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355" tIns="45678" rIns="91355" bIns="45678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1998" dirty="0"/>
                  </a:p>
                </p:txBody>
              </p:sp>
              <p:sp>
                <p:nvSpPr>
                  <p:cNvPr id="48" name="Rounded Rectangle 47"/>
                  <p:cNvSpPr/>
                  <p:nvPr/>
                </p:nvSpPr>
                <p:spPr>
                  <a:xfrm>
                    <a:off x="2136217" y="2623864"/>
                    <a:ext cx="1405101" cy="764822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737A78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355" tIns="45678" rIns="91355" bIns="45678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1998" dirty="0">
                      <a:solidFill>
                        <a:srgbClr val="FFFFFF"/>
                      </a:solidFill>
                    </a:endParaRPr>
                  </a:p>
                </p:txBody>
              </p:sp>
            </p:grpSp>
            <p:sp>
              <p:nvSpPr>
                <p:cNvPr id="81" name="TextBox 80"/>
                <p:cNvSpPr txBox="1"/>
                <p:nvPr/>
              </p:nvSpPr>
              <p:spPr>
                <a:xfrm>
                  <a:off x="328350" y="1402306"/>
                  <a:ext cx="1054100" cy="5593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300"/>
                    </a:spcAft>
                  </a:pPr>
                  <a:r>
                    <a:rPr lang="en-US" sz="699" b="1" dirty="0">
                      <a:solidFill>
                        <a:schemeClr val="bg1"/>
                      </a:solidFill>
                    </a:rPr>
                    <a:t>LILEE Gray</a:t>
                  </a:r>
                </a:p>
                <a:p>
                  <a:pPr>
                    <a:spcAft>
                      <a:spcPts val="300"/>
                    </a:spcAft>
                  </a:pPr>
                  <a:r>
                    <a:rPr lang="fi-FI" sz="699" dirty="0">
                      <a:solidFill>
                        <a:schemeClr val="bg1"/>
                      </a:solidFill>
                    </a:rPr>
                    <a:t>R78 G86 B84</a:t>
                  </a:r>
                </a:p>
                <a:p>
                  <a:pPr>
                    <a:lnSpc>
                      <a:spcPct val="90000"/>
                    </a:lnSpc>
                    <a:spcAft>
                      <a:spcPts val="300"/>
                    </a:spcAft>
                  </a:pPr>
                  <a:r>
                    <a:rPr lang="fi-FI" sz="699" dirty="0">
                      <a:solidFill>
                        <a:schemeClr val="bg1"/>
                      </a:solidFill>
                    </a:rPr>
                    <a:t>4E5654</a:t>
                  </a:r>
                  <a:endParaRPr lang="sk-SK" sz="699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0" name="TextBox 99"/>
                <p:cNvSpPr txBox="1"/>
                <p:nvPr/>
              </p:nvSpPr>
              <p:spPr>
                <a:xfrm>
                  <a:off x="328350" y="1965170"/>
                  <a:ext cx="1054100" cy="5593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300"/>
                    </a:spcAft>
                  </a:pPr>
                  <a:r>
                    <a:rPr lang="en-US" sz="699" b="1" dirty="0">
                      <a:solidFill>
                        <a:schemeClr val="bg1">
                          <a:alpha val="50000"/>
                        </a:schemeClr>
                      </a:solidFill>
                    </a:rPr>
                    <a:t>Tint</a:t>
                  </a:r>
                </a:p>
                <a:p>
                  <a:pPr>
                    <a:spcAft>
                      <a:spcPts val="300"/>
                    </a:spcAft>
                  </a:pPr>
                  <a:r>
                    <a:rPr lang="fi-FI" sz="699" dirty="0">
                      <a:solidFill>
                        <a:schemeClr val="bg1">
                          <a:alpha val="50000"/>
                        </a:schemeClr>
                      </a:solidFill>
                    </a:rPr>
                    <a:t>R115 G122 B120</a:t>
                  </a:r>
                </a:p>
                <a:p>
                  <a:pPr>
                    <a:lnSpc>
                      <a:spcPct val="90000"/>
                    </a:lnSpc>
                    <a:spcAft>
                      <a:spcPts val="300"/>
                    </a:spcAft>
                  </a:pPr>
                  <a:r>
                    <a:rPr lang="is-IS" sz="699" dirty="0">
                      <a:solidFill>
                        <a:schemeClr val="bg1">
                          <a:alpha val="50000"/>
                        </a:schemeClr>
                      </a:solidFill>
                    </a:rPr>
                    <a:t>737A78</a:t>
                  </a:r>
                  <a:endParaRPr lang="sk-SK" sz="699" dirty="0">
                    <a:solidFill>
                      <a:schemeClr val="bg1">
                        <a:alpha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45" name="Group 44"/>
              <p:cNvGrpSpPr/>
              <p:nvPr/>
            </p:nvGrpSpPr>
            <p:grpSpPr>
              <a:xfrm>
                <a:off x="1572866" y="1367767"/>
                <a:ext cx="1054100" cy="1176120"/>
                <a:chOff x="1572866" y="1367767"/>
                <a:chExt cx="1054100" cy="1176120"/>
              </a:xfrm>
            </p:grpSpPr>
            <p:grpSp>
              <p:nvGrpSpPr>
                <p:cNvPr id="85" name="Group 84"/>
                <p:cNvGrpSpPr/>
                <p:nvPr/>
              </p:nvGrpSpPr>
              <p:grpSpPr>
                <a:xfrm>
                  <a:off x="1572866" y="1367767"/>
                  <a:ext cx="1054100" cy="1176120"/>
                  <a:chOff x="7034926" y="1820934"/>
                  <a:chExt cx="1405101" cy="1567752"/>
                </a:xfrm>
              </p:grpSpPr>
              <p:sp>
                <p:nvSpPr>
                  <p:cNvPr id="7" name="Rounded Rectangle 6"/>
                  <p:cNvSpPr/>
                  <p:nvPr/>
                </p:nvSpPr>
                <p:spPr>
                  <a:xfrm>
                    <a:off x="7034926" y="1820934"/>
                    <a:ext cx="1405101" cy="1567752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accent1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355" tIns="45678" rIns="91355" bIns="45678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1998" dirty="0"/>
                  </a:p>
                </p:txBody>
              </p:sp>
              <p:sp>
                <p:nvSpPr>
                  <p:cNvPr id="51" name="Rounded Rectangle 50"/>
                  <p:cNvSpPr/>
                  <p:nvPr/>
                </p:nvSpPr>
                <p:spPr>
                  <a:xfrm>
                    <a:off x="7034926" y="2623864"/>
                    <a:ext cx="1405101" cy="764822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FF9D46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355" tIns="45678" rIns="91355" bIns="45678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1998" dirty="0"/>
                  </a:p>
                </p:txBody>
              </p:sp>
            </p:grpSp>
            <p:sp>
              <p:nvSpPr>
                <p:cNvPr id="92" name="TextBox 91"/>
                <p:cNvSpPr txBox="1"/>
                <p:nvPr/>
              </p:nvSpPr>
              <p:spPr>
                <a:xfrm>
                  <a:off x="1572866" y="1402306"/>
                  <a:ext cx="1054100" cy="5593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300"/>
                    </a:spcAft>
                  </a:pPr>
                  <a:r>
                    <a:rPr lang="en-US" sz="699" b="1" dirty="0">
                      <a:solidFill>
                        <a:schemeClr val="bg1"/>
                      </a:solidFill>
                    </a:rPr>
                    <a:t>LILEE Orange</a:t>
                  </a:r>
                </a:p>
                <a:p>
                  <a:pPr>
                    <a:spcAft>
                      <a:spcPts val="300"/>
                    </a:spcAft>
                  </a:pPr>
                  <a:r>
                    <a:rPr lang="fi-FI" sz="699" dirty="0">
                      <a:solidFill>
                        <a:schemeClr val="bg1"/>
                      </a:solidFill>
                    </a:rPr>
                    <a:t>R255 G131 B0</a:t>
                  </a:r>
                </a:p>
                <a:p>
                  <a:pPr>
                    <a:lnSpc>
                      <a:spcPct val="90000"/>
                    </a:lnSpc>
                    <a:spcAft>
                      <a:spcPts val="300"/>
                    </a:spcAft>
                  </a:pPr>
                  <a:r>
                    <a:rPr lang="fi-FI" sz="699" dirty="0">
                      <a:solidFill>
                        <a:schemeClr val="bg1"/>
                      </a:solidFill>
                    </a:rPr>
                    <a:t>FF8300</a:t>
                  </a:r>
                </a:p>
              </p:txBody>
            </p:sp>
            <p:sp>
              <p:nvSpPr>
                <p:cNvPr id="101" name="TextBox 100"/>
                <p:cNvSpPr txBox="1"/>
                <p:nvPr/>
              </p:nvSpPr>
              <p:spPr>
                <a:xfrm>
                  <a:off x="1572866" y="1965170"/>
                  <a:ext cx="1054100" cy="5593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300"/>
                    </a:spcAft>
                  </a:pPr>
                  <a:r>
                    <a:rPr lang="en-US" sz="699" b="1" dirty="0">
                      <a:solidFill>
                        <a:schemeClr val="bg1">
                          <a:alpha val="50000"/>
                        </a:schemeClr>
                      </a:solidFill>
                    </a:rPr>
                    <a:t>Tint</a:t>
                  </a:r>
                </a:p>
                <a:p>
                  <a:pPr>
                    <a:spcAft>
                      <a:spcPts val="300"/>
                    </a:spcAft>
                  </a:pPr>
                  <a:r>
                    <a:rPr lang="fi-FI" sz="699" dirty="0">
                      <a:solidFill>
                        <a:schemeClr val="bg1">
                          <a:alpha val="50000"/>
                        </a:schemeClr>
                      </a:solidFill>
                    </a:rPr>
                    <a:t>R255 G157 B70</a:t>
                  </a:r>
                </a:p>
                <a:p>
                  <a:pPr>
                    <a:lnSpc>
                      <a:spcPct val="90000"/>
                    </a:lnSpc>
                    <a:spcAft>
                      <a:spcPts val="300"/>
                    </a:spcAft>
                  </a:pPr>
                  <a:r>
                    <a:rPr lang="fi-FI" sz="699" dirty="0">
                      <a:solidFill>
                        <a:schemeClr val="bg1">
                          <a:alpha val="50000"/>
                        </a:schemeClr>
                      </a:solidFill>
                    </a:rPr>
                    <a:t>FF9D46</a:t>
                  </a:r>
                  <a:endParaRPr lang="sk-SK" sz="699" dirty="0">
                    <a:solidFill>
                      <a:schemeClr val="bg1">
                        <a:alpha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44" name="Group 43"/>
              <p:cNvGrpSpPr/>
              <p:nvPr/>
            </p:nvGrpSpPr>
            <p:grpSpPr>
              <a:xfrm>
                <a:off x="2817382" y="1367767"/>
                <a:ext cx="1054100" cy="1176120"/>
                <a:chOff x="2817382" y="1367767"/>
                <a:chExt cx="1054100" cy="1176120"/>
              </a:xfrm>
            </p:grpSpPr>
            <p:grpSp>
              <p:nvGrpSpPr>
                <p:cNvPr id="86" name="Group 85"/>
                <p:cNvGrpSpPr/>
                <p:nvPr/>
              </p:nvGrpSpPr>
              <p:grpSpPr>
                <a:xfrm>
                  <a:off x="2817382" y="1367767"/>
                  <a:ext cx="1054100" cy="1176120"/>
                  <a:chOff x="5402023" y="1820934"/>
                  <a:chExt cx="1405101" cy="1567751"/>
                </a:xfrm>
              </p:grpSpPr>
              <p:sp>
                <p:nvSpPr>
                  <p:cNvPr id="19" name="Rounded Rectangle 18"/>
                  <p:cNvSpPr/>
                  <p:nvPr/>
                </p:nvSpPr>
                <p:spPr>
                  <a:xfrm>
                    <a:off x="5402023" y="1820934"/>
                    <a:ext cx="1405101" cy="1567751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355" tIns="45678" rIns="91355" bIns="45678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1998" dirty="0"/>
                  </a:p>
                </p:txBody>
              </p:sp>
              <p:sp>
                <p:nvSpPr>
                  <p:cNvPr id="50" name="Rounded Rectangle 49"/>
                  <p:cNvSpPr/>
                  <p:nvPr/>
                </p:nvSpPr>
                <p:spPr>
                  <a:xfrm>
                    <a:off x="5402023" y="2623863"/>
                    <a:ext cx="1405101" cy="764822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FFC748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355" tIns="45678" rIns="91355" bIns="45678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1998" dirty="0"/>
                  </a:p>
                </p:txBody>
              </p:sp>
            </p:grpSp>
            <p:sp>
              <p:nvSpPr>
                <p:cNvPr id="91" name="TextBox 90"/>
                <p:cNvSpPr txBox="1"/>
                <p:nvPr/>
              </p:nvSpPr>
              <p:spPr>
                <a:xfrm>
                  <a:off x="2817382" y="1402306"/>
                  <a:ext cx="1054100" cy="5718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300"/>
                    </a:spcAft>
                  </a:pPr>
                  <a:r>
                    <a:rPr lang="en-US" sz="699" b="1" dirty="0">
                      <a:solidFill>
                        <a:schemeClr val="bg1"/>
                      </a:solidFill>
                    </a:rPr>
                    <a:t>LILEE Yellow</a:t>
                  </a:r>
                </a:p>
                <a:p>
                  <a:pPr>
                    <a:spcAft>
                      <a:spcPts val="300"/>
                    </a:spcAft>
                  </a:pPr>
                  <a:r>
                    <a:rPr lang="fi-FI" sz="699" dirty="0">
                      <a:solidFill>
                        <a:schemeClr val="bg1"/>
                      </a:solidFill>
                    </a:rPr>
                    <a:t>R255 G183 B0</a:t>
                  </a:r>
                </a:p>
                <a:p>
                  <a:pPr>
                    <a:spcAft>
                      <a:spcPts val="300"/>
                    </a:spcAft>
                  </a:pPr>
                  <a:r>
                    <a:rPr lang="is-IS" sz="699" dirty="0">
                      <a:solidFill>
                        <a:schemeClr val="bg1"/>
                      </a:solidFill>
                    </a:rPr>
                    <a:t>FFB700</a:t>
                  </a:r>
                  <a:endParaRPr lang="tr-TR" sz="699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2" name="TextBox 101"/>
                <p:cNvSpPr txBox="1"/>
                <p:nvPr/>
              </p:nvSpPr>
              <p:spPr>
                <a:xfrm>
                  <a:off x="2817382" y="1965170"/>
                  <a:ext cx="1054100" cy="5593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300"/>
                    </a:spcAft>
                  </a:pPr>
                  <a:r>
                    <a:rPr lang="en-US" sz="699" b="1" dirty="0">
                      <a:solidFill>
                        <a:schemeClr val="bg1">
                          <a:alpha val="50000"/>
                        </a:schemeClr>
                      </a:solidFill>
                    </a:rPr>
                    <a:t>Tint</a:t>
                  </a:r>
                </a:p>
                <a:p>
                  <a:pPr>
                    <a:spcAft>
                      <a:spcPts val="300"/>
                    </a:spcAft>
                  </a:pPr>
                  <a:r>
                    <a:rPr lang="fi-FI" sz="699" dirty="0">
                      <a:solidFill>
                        <a:schemeClr val="bg1">
                          <a:alpha val="50000"/>
                        </a:schemeClr>
                      </a:solidFill>
                    </a:rPr>
                    <a:t>R255 G199 B72</a:t>
                  </a:r>
                </a:p>
                <a:p>
                  <a:pPr>
                    <a:lnSpc>
                      <a:spcPct val="90000"/>
                    </a:lnSpc>
                    <a:spcAft>
                      <a:spcPts val="300"/>
                    </a:spcAft>
                  </a:pPr>
                  <a:r>
                    <a:rPr lang="de-DE" sz="699" dirty="0">
                      <a:solidFill>
                        <a:schemeClr val="bg1">
                          <a:alpha val="50000"/>
                        </a:schemeClr>
                      </a:solidFill>
                    </a:rPr>
                    <a:t>FFC748</a:t>
                  </a:r>
                  <a:endParaRPr lang="sk-SK" sz="699" dirty="0">
                    <a:solidFill>
                      <a:schemeClr val="bg1">
                        <a:alpha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43" name="Group 42"/>
              <p:cNvGrpSpPr/>
              <p:nvPr/>
            </p:nvGrpSpPr>
            <p:grpSpPr>
              <a:xfrm>
                <a:off x="4061898" y="1367767"/>
                <a:ext cx="1054100" cy="1176120"/>
                <a:chOff x="4061898" y="1367767"/>
                <a:chExt cx="1054100" cy="1176120"/>
              </a:xfrm>
            </p:grpSpPr>
            <p:grpSp>
              <p:nvGrpSpPr>
                <p:cNvPr id="87" name="Group 86"/>
                <p:cNvGrpSpPr/>
                <p:nvPr/>
              </p:nvGrpSpPr>
              <p:grpSpPr>
                <a:xfrm>
                  <a:off x="4061898" y="1367767"/>
                  <a:ext cx="1054100" cy="1176120"/>
                  <a:chOff x="3769120" y="1820934"/>
                  <a:chExt cx="1405101" cy="1567751"/>
                </a:xfrm>
              </p:grpSpPr>
              <p:sp>
                <p:nvSpPr>
                  <p:cNvPr id="15" name="Rounded Rectangle 14"/>
                  <p:cNvSpPr/>
                  <p:nvPr/>
                </p:nvSpPr>
                <p:spPr>
                  <a:xfrm>
                    <a:off x="3769120" y="1820934"/>
                    <a:ext cx="1405101" cy="1567751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accent3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355" tIns="45678" rIns="91355" bIns="45678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1998" dirty="0"/>
                  </a:p>
                </p:txBody>
              </p:sp>
              <p:sp>
                <p:nvSpPr>
                  <p:cNvPr id="49" name="Rounded Rectangle 48"/>
                  <p:cNvSpPr/>
                  <p:nvPr/>
                </p:nvSpPr>
                <p:spPr>
                  <a:xfrm>
                    <a:off x="3769120" y="2623863"/>
                    <a:ext cx="1405101" cy="764822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42B0E5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355" tIns="45678" rIns="91355" bIns="45678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1998" dirty="0"/>
                  </a:p>
                </p:txBody>
              </p:sp>
            </p:grpSp>
            <p:sp>
              <p:nvSpPr>
                <p:cNvPr id="90" name="TextBox 89"/>
                <p:cNvSpPr txBox="1"/>
                <p:nvPr/>
              </p:nvSpPr>
              <p:spPr>
                <a:xfrm>
                  <a:off x="4061898" y="1402306"/>
                  <a:ext cx="1054100" cy="5593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300"/>
                    </a:spcAft>
                  </a:pPr>
                  <a:r>
                    <a:rPr lang="en-US" sz="699" b="1" dirty="0">
                      <a:solidFill>
                        <a:schemeClr val="bg1"/>
                      </a:solidFill>
                    </a:rPr>
                    <a:t>LILEE Blue</a:t>
                  </a:r>
                </a:p>
                <a:p>
                  <a:pPr>
                    <a:spcAft>
                      <a:spcPts val="300"/>
                    </a:spcAft>
                  </a:pPr>
                  <a:r>
                    <a:rPr lang="fi-FI" sz="699" dirty="0">
                      <a:solidFill>
                        <a:schemeClr val="bg1"/>
                      </a:solidFill>
                    </a:rPr>
                    <a:t>R0 G155 B222</a:t>
                  </a:r>
                </a:p>
                <a:p>
                  <a:pPr>
                    <a:lnSpc>
                      <a:spcPct val="90000"/>
                    </a:lnSpc>
                    <a:spcAft>
                      <a:spcPts val="300"/>
                    </a:spcAft>
                  </a:pPr>
                  <a:r>
                    <a:rPr lang="tr-TR" sz="699" dirty="0">
                      <a:solidFill>
                        <a:schemeClr val="bg1"/>
                      </a:solidFill>
                    </a:rPr>
                    <a:t>009BDE </a:t>
                  </a:r>
                </a:p>
              </p:txBody>
            </p:sp>
            <p:sp>
              <p:nvSpPr>
                <p:cNvPr id="103" name="TextBox 102"/>
                <p:cNvSpPr txBox="1"/>
                <p:nvPr/>
              </p:nvSpPr>
              <p:spPr>
                <a:xfrm>
                  <a:off x="4061898" y="1965170"/>
                  <a:ext cx="1054100" cy="5593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300"/>
                    </a:spcAft>
                  </a:pPr>
                  <a:r>
                    <a:rPr lang="en-US" sz="699" b="1" dirty="0">
                      <a:solidFill>
                        <a:schemeClr val="bg1">
                          <a:alpha val="50000"/>
                        </a:schemeClr>
                      </a:solidFill>
                    </a:rPr>
                    <a:t>Tint</a:t>
                  </a:r>
                </a:p>
                <a:p>
                  <a:pPr>
                    <a:spcAft>
                      <a:spcPts val="300"/>
                    </a:spcAft>
                  </a:pPr>
                  <a:r>
                    <a:rPr lang="fi-FI" sz="699" dirty="0">
                      <a:solidFill>
                        <a:schemeClr val="bg1">
                          <a:alpha val="50000"/>
                        </a:schemeClr>
                      </a:solidFill>
                    </a:rPr>
                    <a:t>R66 G176 B229</a:t>
                  </a:r>
                </a:p>
                <a:p>
                  <a:pPr>
                    <a:lnSpc>
                      <a:spcPct val="90000"/>
                    </a:lnSpc>
                    <a:spcAft>
                      <a:spcPts val="300"/>
                    </a:spcAft>
                  </a:pPr>
                  <a:r>
                    <a:rPr lang="is-IS" sz="699" dirty="0">
                      <a:solidFill>
                        <a:schemeClr val="bg1">
                          <a:alpha val="50000"/>
                        </a:schemeClr>
                      </a:solidFill>
                    </a:rPr>
                    <a:t>42B0E5</a:t>
                  </a:r>
                  <a:endParaRPr lang="sk-SK" sz="699" dirty="0">
                    <a:solidFill>
                      <a:schemeClr val="bg1">
                        <a:alpha val="50000"/>
                      </a:schemeClr>
                    </a:solidFill>
                  </a:endParaRPr>
                </a:p>
              </p:txBody>
            </p:sp>
          </p:grpSp>
        </p:grpSp>
        <p:grpSp>
          <p:nvGrpSpPr>
            <p:cNvPr id="70" name="Group 69"/>
            <p:cNvGrpSpPr/>
            <p:nvPr/>
          </p:nvGrpSpPr>
          <p:grpSpPr>
            <a:xfrm>
              <a:off x="4566424" y="993203"/>
              <a:ext cx="4205021" cy="1491541"/>
              <a:chOff x="7412509" y="2599014"/>
              <a:chExt cx="4883269" cy="1732120"/>
            </a:xfrm>
          </p:grpSpPr>
          <p:sp>
            <p:nvSpPr>
              <p:cNvPr id="93" name="TextBox 92"/>
              <p:cNvSpPr txBox="1"/>
              <p:nvPr/>
            </p:nvSpPr>
            <p:spPr>
              <a:xfrm flipH="1">
                <a:off x="7412509" y="2599014"/>
                <a:ext cx="2090666" cy="303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99" dirty="0">
                    <a:solidFill>
                      <a:srgbClr val="3E4543"/>
                    </a:solidFill>
                  </a:rPr>
                  <a:t>Secondary</a:t>
                </a:r>
              </a:p>
            </p:txBody>
          </p:sp>
          <p:sp>
            <p:nvSpPr>
              <p:cNvPr id="94" name="Right Bracket 93"/>
              <p:cNvSpPr/>
              <p:nvPr/>
            </p:nvSpPr>
            <p:spPr>
              <a:xfrm rot="16200000">
                <a:off x="9861173" y="579425"/>
                <a:ext cx="45719" cy="4778496"/>
              </a:xfrm>
              <a:prstGeom prst="rightBracket">
                <a:avLst>
                  <a:gd name="adj" fmla="val 2136"/>
                </a:avLst>
              </a:prstGeom>
              <a:noFill/>
              <a:ln w="6350" cmpd="sng">
                <a:solidFill>
                  <a:schemeClr val="bg1">
                    <a:lumMod val="75000"/>
                  </a:schemeClr>
                </a:solidFill>
                <a:miter lim="800000"/>
                <a:headEnd type="none" w="med" len="med"/>
                <a:tailEnd/>
              </a:ln>
            </p:spPr>
            <p:txBody>
              <a:bodyPr lIns="0" tIns="0" rIns="0" bIns="0"/>
              <a:lstStyle/>
              <a:p>
                <a:endParaRPr lang="en-US" sz="1998" dirty="0">
                  <a:ln>
                    <a:solidFill>
                      <a:srgbClr val="2D1C5F"/>
                    </a:solidFill>
                  </a:ln>
                </a:endParaRPr>
              </a:p>
            </p:txBody>
          </p:sp>
          <p:grpSp>
            <p:nvGrpSpPr>
              <p:cNvPr id="66" name="Group 65"/>
              <p:cNvGrpSpPr/>
              <p:nvPr/>
            </p:nvGrpSpPr>
            <p:grpSpPr>
              <a:xfrm>
                <a:off x="11241678" y="3152316"/>
                <a:ext cx="1054100" cy="1176120"/>
                <a:chOff x="4061898" y="3167302"/>
                <a:chExt cx="1054100" cy="1176120"/>
              </a:xfrm>
            </p:grpSpPr>
            <p:grpSp>
              <p:nvGrpSpPr>
                <p:cNvPr id="89" name="Group 88"/>
                <p:cNvGrpSpPr/>
                <p:nvPr/>
              </p:nvGrpSpPr>
              <p:grpSpPr>
                <a:xfrm>
                  <a:off x="4061898" y="3167302"/>
                  <a:ext cx="1054100" cy="1176120"/>
                  <a:chOff x="503314" y="1820934"/>
                  <a:chExt cx="1405101" cy="1567752"/>
                </a:xfrm>
              </p:grpSpPr>
              <p:sp>
                <p:nvSpPr>
                  <p:cNvPr id="34" name="Rounded Rectangle 33"/>
                  <p:cNvSpPr/>
                  <p:nvPr/>
                </p:nvSpPr>
                <p:spPr>
                  <a:xfrm>
                    <a:off x="503314" y="1820934"/>
                    <a:ext cx="1405101" cy="1567752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355" tIns="45678" rIns="91355" bIns="45678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1998" dirty="0"/>
                  </a:p>
                </p:txBody>
              </p:sp>
              <p:sp>
                <p:nvSpPr>
                  <p:cNvPr id="72" name="Rounded Rectangle 71"/>
                  <p:cNvSpPr/>
                  <p:nvPr/>
                </p:nvSpPr>
                <p:spPr>
                  <a:xfrm>
                    <a:off x="503314" y="2623864"/>
                    <a:ext cx="1405101" cy="764822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323232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355" tIns="45678" rIns="91355" bIns="45678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1998" dirty="0"/>
                  </a:p>
                </p:txBody>
              </p:sp>
            </p:grpSp>
            <p:sp>
              <p:nvSpPr>
                <p:cNvPr id="97" name="TextBox 96"/>
                <p:cNvSpPr txBox="1"/>
                <p:nvPr/>
              </p:nvSpPr>
              <p:spPr>
                <a:xfrm>
                  <a:off x="4061898" y="3201841"/>
                  <a:ext cx="1054100" cy="5593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300"/>
                    </a:spcAft>
                  </a:pPr>
                  <a:r>
                    <a:rPr lang="en-US" sz="699" b="1" dirty="0">
                      <a:solidFill>
                        <a:schemeClr val="bg1"/>
                      </a:solidFill>
                    </a:rPr>
                    <a:t>LILEE Black</a:t>
                  </a:r>
                </a:p>
                <a:p>
                  <a:pPr>
                    <a:spcAft>
                      <a:spcPts val="300"/>
                    </a:spcAft>
                  </a:pPr>
                  <a:r>
                    <a:rPr lang="fi-FI" sz="699" dirty="0">
                      <a:solidFill>
                        <a:schemeClr val="bg1"/>
                      </a:solidFill>
                    </a:rPr>
                    <a:t>R0 G0 B0</a:t>
                  </a:r>
                </a:p>
                <a:p>
                  <a:pPr>
                    <a:lnSpc>
                      <a:spcPct val="90000"/>
                    </a:lnSpc>
                    <a:spcAft>
                      <a:spcPts val="300"/>
                    </a:spcAft>
                  </a:pPr>
                  <a:r>
                    <a:rPr lang="sk-SK" sz="699" dirty="0">
                      <a:solidFill>
                        <a:schemeClr val="bg1"/>
                      </a:solidFill>
                    </a:rPr>
                    <a:t>3E4543 </a:t>
                  </a:r>
                </a:p>
              </p:txBody>
            </p:sp>
            <p:sp>
              <p:nvSpPr>
                <p:cNvPr id="99" name="TextBox 98"/>
                <p:cNvSpPr txBox="1"/>
                <p:nvPr/>
              </p:nvSpPr>
              <p:spPr>
                <a:xfrm>
                  <a:off x="4061898" y="3774246"/>
                  <a:ext cx="1054100" cy="55936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300"/>
                    </a:spcAft>
                  </a:pPr>
                  <a:r>
                    <a:rPr lang="en-US" sz="699" b="1" dirty="0">
                      <a:solidFill>
                        <a:schemeClr val="bg1">
                          <a:alpha val="50000"/>
                        </a:schemeClr>
                      </a:solidFill>
                    </a:rPr>
                    <a:t>Tint</a:t>
                  </a:r>
                </a:p>
                <a:p>
                  <a:pPr>
                    <a:spcAft>
                      <a:spcPts val="300"/>
                    </a:spcAft>
                  </a:pPr>
                  <a:r>
                    <a:rPr lang="fi-FI" sz="699" dirty="0">
                      <a:solidFill>
                        <a:schemeClr val="bg1">
                          <a:alpha val="50000"/>
                        </a:schemeClr>
                      </a:solidFill>
                    </a:rPr>
                    <a:t>R50 G50 B50</a:t>
                  </a:r>
                </a:p>
                <a:p>
                  <a:pPr>
                    <a:lnSpc>
                      <a:spcPct val="90000"/>
                    </a:lnSpc>
                    <a:spcAft>
                      <a:spcPts val="300"/>
                    </a:spcAft>
                  </a:pPr>
                  <a:r>
                    <a:rPr lang="sk-SK" sz="699" dirty="0">
                      <a:solidFill>
                        <a:schemeClr val="bg1">
                          <a:alpha val="50000"/>
                        </a:schemeClr>
                      </a:solidFill>
                    </a:rPr>
                    <a:t>323232 </a:t>
                  </a:r>
                </a:p>
              </p:txBody>
            </p:sp>
          </p:grpSp>
          <p:grpSp>
            <p:nvGrpSpPr>
              <p:cNvPr id="65" name="Group 64"/>
              <p:cNvGrpSpPr/>
              <p:nvPr/>
            </p:nvGrpSpPr>
            <p:grpSpPr>
              <a:xfrm>
                <a:off x="9983815" y="3153008"/>
                <a:ext cx="1054102" cy="1178126"/>
                <a:chOff x="2834717" y="3153008"/>
                <a:chExt cx="1054102" cy="1178126"/>
              </a:xfrm>
            </p:grpSpPr>
            <p:grpSp>
              <p:nvGrpSpPr>
                <p:cNvPr id="58" name="Group 57"/>
                <p:cNvGrpSpPr/>
                <p:nvPr/>
              </p:nvGrpSpPr>
              <p:grpSpPr>
                <a:xfrm>
                  <a:off x="2834718" y="3153008"/>
                  <a:ext cx="1054100" cy="1176120"/>
                  <a:chOff x="8667828" y="1820934"/>
                  <a:chExt cx="1405101" cy="1567751"/>
                </a:xfrm>
              </p:grpSpPr>
              <p:sp>
                <p:nvSpPr>
                  <p:cNvPr id="61" name="Rounded Rectangle 60"/>
                  <p:cNvSpPr/>
                  <p:nvPr/>
                </p:nvSpPr>
                <p:spPr>
                  <a:xfrm>
                    <a:off x="8667828" y="1820934"/>
                    <a:ext cx="1405101" cy="1567751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accent6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355" tIns="45678" rIns="91355" bIns="45678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1998" dirty="0"/>
                  </a:p>
                </p:txBody>
              </p:sp>
              <p:sp>
                <p:nvSpPr>
                  <p:cNvPr id="60" name="Rounded Rectangle 59"/>
                  <p:cNvSpPr/>
                  <p:nvPr/>
                </p:nvSpPr>
                <p:spPr>
                  <a:xfrm>
                    <a:off x="8667828" y="2623863"/>
                    <a:ext cx="1405101" cy="764822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838487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355" tIns="45678" rIns="91355" bIns="45678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1998" dirty="0"/>
                  </a:p>
                </p:txBody>
              </p:sp>
            </p:grpSp>
            <p:sp>
              <p:nvSpPr>
                <p:cNvPr id="98" name="TextBox 97"/>
                <p:cNvSpPr txBox="1"/>
                <p:nvPr/>
              </p:nvSpPr>
              <p:spPr>
                <a:xfrm>
                  <a:off x="2834717" y="3187547"/>
                  <a:ext cx="1054102" cy="5718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300"/>
                    </a:spcAft>
                  </a:pPr>
                  <a:r>
                    <a:rPr lang="en-US" sz="699" b="1" dirty="0">
                      <a:solidFill>
                        <a:schemeClr val="bg1"/>
                      </a:solidFill>
                    </a:rPr>
                    <a:t>LILEE Mid  Gray</a:t>
                  </a:r>
                </a:p>
                <a:p>
                  <a:pPr>
                    <a:spcAft>
                      <a:spcPts val="300"/>
                    </a:spcAft>
                  </a:pPr>
                  <a:r>
                    <a:rPr lang="fi-FI" sz="699" dirty="0">
                      <a:solidFill>
                        <a:schemeClr val="bg1"/>
                      </a:solidFill>
                    </a:rPr>
                    <a:t>R100 G101 B105</a:t>
                  </a:r>
                </a:p>
                <a:p>
                  <a:pPr>
                    <a:spcAft>
                      <a:spcPts val="300"/>
                    </a:spcAft>
                  </a:pPr>
                  <a:r>
                    <a:rPr lang="fi-FI" sz="699" dirty="0">
                      <a:solidFill>
                        <a:schemeClr val="bg1"/>
                      </a:solidFill>
                    </a:rPr>
                    <a:t>646569</a:t>
                  </a:r>
                  <a:endParaRPr lang="sk-SK" sz="699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4" name="TextBox 103"/>
                <p:cNvSpPr txBox="1"/>
                <p:nvPr/>
              </p:nvSpPr>
              <p:spPr>
                <a:xfrm>
                  <a:off x="2834719" y="3759262"/>
                  <a:ext cx="1054099" cy="5718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300"/>
                    </a:spcAft>
                  </a:pPr>
                  <a:r>
                    <a:rPr lang="en-US" sz="699" b="1" dirty="0">
                      <a:solidFill>
                        <a:schemeClr val="bg1">
                          <a:alpha val="50000"/>
                        </a:schemeClr>
                      </a:solidFill>
                    </a:rPr>
                    <a:t>Tint</a:t>
                  </a:r>
                </a:p>
                <a:p>
                  <a:pPr>
                    <a:spcAft>
                      <a:spcPts val="300"/>
                    </a:spcAft>
                  </a:pPr>
                  <a:r>
                    <a:rPr lang="fi-FI" sz="699" dirty="0">
                      <a:solidFill>
                        <a:schemeClr val="bg1">
                          <a:alpha val="50000"/>
                        </a:schemeClr>
                      </a:solidFill>
                    </a:rPr>
                    <a:t>R131 G132  B135</a:t>
                  </a:r>
                </a:p>
                <a:p>
                  <a:pPr>
                    <a:spcAft>
                      <a:spcPts val="300"/>
                    </a:spcAft>
                  </a:pPr>
                  <a:r>
                    <a:rPr lang="fi-FI" sz="699" dirty="0">
                      <a:solidFill>
                        <a:schemeClr val="bg1">
                          <a:alpha val="50000"/>
                        </a:schemeClr>
                      </a:solidFill>
                    </a:rPr>
                    <a:t>838487</a:t>
                  </a:r>
                  <a:endParaRPr lang="sk-SK" sz="699" dirty="0">
                    <a:solidFill>
                      <a:schemeClr val="bg1">
                        <a:alpha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57" name="Group 56"/>
              <p:cNvGrpSpPr/>
              <p:nvPr/>
            </p:nvGrpSpPr>
            <p:grpSpPr>
              <a:xfrm>
                <a:off x="8737132" y="3153008"/>
                <a:ext cx="1056268" cy="1176120"/>
                <a:chOff x="1588034" y="3153008"/>
                <a:chExt cx="1056268" cy="1176120"/>
              </a:xfrm>
            </p:grpSpPr>
            <p:grpSp>
              <p:nvGrpSpPr>
                <p:cNvPr id="84" name="Group 83"/>
                <p:cNvGrpSpPr/>
                <p:nvPr/>
              </p:nvGrpSpPr>
              <p:grpSpPr>
                <a:xfrm>
                  <a:off x="1590202" y="3153008"/>
                  <a:ext cx="1054100" cy="1176120"/>
                  <a:chOff x="8667828" y="1820934"/>
                  <a:chExt cx="1405101" cy="1567751"/>
                </a:xfrm>
              </p:grpSpPr>
              <p:sp>
                <p:nvSpPr>
                  <p:cNvPr id="25" name="Rounded Rectangle 24"/>
                  <p:cNvSpPr/>
                  <p:nvPr/>
                </p:nvSpPr>
                <p:spPr>
                  <a:xfrm>
                    <a:off x="8667828" y="1820934"/>
                    <a:ext cx="1405101" cy="1567751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accent5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355" tIns="45678" rIns="91355" bIns="45678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1998" dirty="0"/>
                  </a:p>
                </p:txBody>
              </p:sp>
              <p:sp>
                <p:nvSpPr>
                  <p:cNvPr id="52" name="Rounded Rectangle 51"/>
                  <p:cNvSpPr/>
                  <p:nvPr/>
                </p:nvSpPr>
                <p:spPr>
                  <a:xfrm>
                    <a:off x="8667828" y="2623863"/>
                    <a:ext cx="1405101" cy="764822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325A7A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355" tIns="45678" rIns="91355" bIns="45678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1998" dirty="0"/>
                  </a:p>
                </p:txBody>
              </p:sp>
            </p:grpSp>
            <p:sp>
              <p:nvSpPr>
                <p:cNvPr id="95" name="TextBox 94"/>
                <p:cNvSpPr txBox="1"/>
                <p:nvPr/>
              </p:nvSpPr>
              <p:spPr>
                <a:xfrm>
                  <a:off x="1590202" y="3187547"/>
                  <a:ext cx="1054100" cy="5718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300"/>
                    </a:spcAft>
                  </a:pPr>
                  <a:r>
                    <a:rPr lang="en-US" sz="699" b="1" dirty="0">
                      <a:solidFill>
                        <a:schemeClr val="bg1"/>
                      </a:solidFill>
                    </a:rPr>
                    <a:t>LILEE Dark Blue</a:t>
                  </a:r>
                </a:p>
                <a:p>
                  <a:pPr>
                    <a:spcAft>
                      <a:spcPts val="300"/>
                    </a:spcAft>
                  </a:pPr>
                  <a:r>
                    <a:rPr lang="fi-FI" sz="699" dirty="0">
                      <a:solidFill>
                        <a:schemeClr val="bg1"/>
                      </a:solidFill>
                    </a:rPr>
                    <a:t>R0 G48 B89</a:t>
                  </a:r>
                </a:p>
                <a:p>
                  <a:pPr>
                    <a:spcAft>
                      <a:spcPts val="300"/>
                    </a:spcAft>
                  </a:pPr>
                  <a:r>
                    <a:rPr lang="is-IS" sz="699" dirty="0">
                      <a:solidFill>
                        <a:schemeClr val="bg1"/>
                      </a:solidFill>
                    </a:rPr>
                    <a:t>003059</a:t>
                  </a:r>
                  <a:endParaRPr lang="tr-TR" sz="699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5" name="TextBox 104"/>
                <p:cNvSpPr txBox="1"/>
                <p:nvPr/>
              </p:nvSpPr>
              <p:spPr>
                <a:xfrm>
                  <a:off x="1588034" y="3759262"/>
                  <a:ext cx="1054099" cy="5593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300"/>
                    </a:spcAft>
                  </a:pPr>
                  <a:r>
                    <a:rPr lang="en-US" sz="699" b="1" dirty="0">
                      <a:solidFill>
                        <a:schemeClr val="bg1">
                          <a:alpha val="50000"/>
                        </a:schemeClr>
                      </a:solidFill>
                    </a:rPr>
                    <a:t>Tint</a:t>
                  </a:r>
                </a:p>
                <a:p>
                  <a:pPr>
                    <a:spcAft>
                      <a:spcPts val="300"/>
                    </a:spcAft>
                  </a:pPr>
                  <a:r>
                    <a:rPr lang="fi-FI" sz="699" dirty="0">
                      <a:solidFill>
                        <a:schemeClr val="bg1">
                          <a:alpha val="50000"/>
                        </a:schemeClr>
                      </a:solidFill>
                    </a:rPr>
                    <a:t>R50 G90 B122</a:t>
                  </a:r>
                </a:p>
                <a:p>
                  <a:pPr>
                    <a:lnSpc>
                      <a:spcPct val="90000"/>
                    </a:lnSpc>
                    <a:spcAft>
                      <a:spcPts val="300"/>
                    </a:spcAft>
                  </a:pPr>
                  <a:r>
                    <a:rPr lang="is-IS" sz="699" dirty="0">
                      <a:solidFill>
                        <a:schemeClr val="bg1">
                          <a:alpha val="50000"/>
                        </a:schemeClr>
                      </a:solidFill>
                    </a:rPr>
                    <a:t>325A7A</a:t>
                  </a:r>
                  <a:endParaRPr lang="sk-SK" sz="699" dirty="0">
                    <a:solidFill>
                      <a:schemeClr val="bg1">
                        <a:alpha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56" name="Group 55"/>
              <p:cNvGrpSpPr/>
              <p:nvPr/>
            </p:nvGrpSpPr>
            <p:grpSpPr>
              <a:xfrm>
                <a:off x="7494784" y="3154445"/>
                <a:ext cx="1054100" cy="1176687"/>
                <a:chOff x="345686" y="3154445"/>
                <a:chExt cx="1054100" cy="1176687"/>
              </a:xfrm>
            </p:grpSpPr>
            <p:grpSp>
              <p:nvGrpSpPr>
                <p:cNvPr id="83" name="Group 82"/>
                <p:cNvGrpSpPr/>
                <p:nvPr/>
              </p:nvGrpSpPr>
              <p:grpSpPr>
                <a:xfrm>
                  <a:off x="345686" y="3154445"/>
                  <a:ext cx="1054100" cy="1176120"/>
                  <a:chOff x="10266964" y="1822850"/>
                  <a:chExt cx="1405101" cy="1567751"/>
                </a:xfrm>
              </p:grpSpPr>
              <p:sp>
                <p:nvSpPr>
                  <p:cNvPr id="68" name="Rounded Rectangle 67"/>
                  <p:cNvSpPr/>
                  <p:nvPr/>
                </p:nvSpPr>
                <p:spPr>
                  <a:xfrm>
                    <a:off x="10266964" y="1822850"/>
                    <a:ext cx="1405101" cy="1567751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chemeClr val="accent4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355" tIns="45678" rIns="91355" bIns="45678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1998" dirty="0"/>
                  </a:p>
                </p:txBody>
              </p:sp>
              <p:sp>
                <p:nvSpPr>
                  <p:cNvPr id="73" name="Rounded Rectangle 72"/>
                  <p:cNvSpPr/>
                  <p:nvPr/>
                </p:nvSpPr>
                <p:spPr>
                  <a:xfrm>
                    <a:off x="10266964" y="2623864"/>
                    <a:ext cx="1405101" cy="764822"/>
                  </a:xfrm>
                  <a:prstGeom prst="roundRect">
                    <a:avLst>
                      <a:gd name="adj" fmla="val 0"/>
                    </a:avLst>
                  </a:prstGeom>
                  <a:solidFill>
                    <a:srgbClr val="3572A2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355" tIns="45678" rIns="91355" bIns="45678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US" sz="1998" dirty="0"/>
                  </a:p>
                </p:txBody>
              </p:sp>
            </p:grpSp>
            <p:sp>
              <p:nvSpPr>
                <p:cNvPr id="96" name="TextBox 95"/>
                <p:cNvSpPr txBox="1"/>
                <p:nvPr/>
              </p:nvSpPr>
              <p:spPr>
                <a:xfrm>
                  <a:off x="345686" y="3188984"/>
                  <a:ext cx="1054100" cy="57187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300"/>
                    </a:spcAft>
                  </a:pPr>
                  <a:r>
                    <a:rPr lang="en-US" sz="699" b="1" dirty="0">
                      <a:solidFill>
                        <a:schemeClr val="bg1"/>
                      </a:solidFill>
                    </a:rPr>
                    <a:t>LILEE Mid Blue</a:t>
                  </a:r>
                </a:p>
                <a:p>
                  <a:pPr>
                    <a:spcAft>
                      <a:spcPts val="300"/>
                    </a:spcAft>
                  </a:pPr>
                  <a:r>
                    <a:rPr lang="fi-FI" sz="699" dirty="0">
                      <a:solidFill>
                        <a:schemeClr val="bg1"/>
                      </a:solidFill>
                    </a:rPr>
                    <a:t>R0 G79 B138</a:t>
                  </a:r>
                </a:p>
                <a:p>
                  <a:pPr>
                    <a:spcAft>
                      <a:spcPts val="300"/>
                    </a:spcAft>
                  </a:pPr>
                  <a:r>
                    <a:rPr lang="is-IS" sz="699" dirty="0">
                      <a:solidFill>
                        <a:schemeClr val="bg1"/>
                      </a:solidFill>
                    </a:rPr>
                    <a:t>004F8A  </a:t>
                  </a:r>
                  <a:endParaRPr lang="tr-TR" sz="699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6" name="TextBox 105"/>
                <p:cNvSpPr txBox="1"/>
                <p:nvPr/>
              </p:nvSpPr>
              <p:spPr>
                <a:xfrm>
                  <a:off x="345686" y="3759260"/>
                  <a:ext cx="1054100" cy="5718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300"/>
                    </a:spcAft>
                  </a:pPr>
                  <a:r>
                    <a:rPr lang="en-US" sz="699" b="1" dirty="0">
                      <a:solidFill>
                        <a:schemeClr val="bg1">
                          <a:alpha val="50000"/>
                        </a:schemeClr>
                      </a:solidFill>
                    </a:rPr>
                    <a:t>Tint</a:t>
                  </a:r>
                </a:p>
                <a:p>
                  <a:pPr>
                    <a:spcAft>
                      <a:spcPts val="300"/>
                    </a:spcAft>
                  </a:pPr>
                  <a:r>
                    <a:rPr lang="fi-FI" sz="699" dirty="0">
                      <a:solidFill>
                        <a:schemeClr val="bg1">
                          <a:alpha val="50000"/>
                        </a:schemeClr>
                      </a:solidFill>
                    </a:rPr>
                    <a:t>R53 G114 B162</a:t>
                  </a:r>
                </a:p>
                <a:p>
                  <a:pPr>
                    <a:spcAft>
                      <a:spcPts val="300"/>
                    </a:spcAft>
                  </a:pPr>
                  <a:r>
                    <a:rPr lang="is-IS" sz="699" dirty="0">
                      <a:solidFill>
                        <a:schemeClr val="bg1">
                          <a:alpha val="50000"/>
                        </a:schemeClr>
                      </a:solidFill>
                    </a:rPr>
                    <a:t>3572A2</a:t>
                  </a:r>
                  <a:endParaRPr lang="sk-SK" sz="699" dirty="0">
                    <a:solidFill>
                      <a:schemeClr val="bg1">
                        <a:alpha val="50000"/>
                      </a:schemeClr>
                    </a:solidFill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03558856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5295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D2A1E-166F-CD2D-C0DD-A779E1D46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2494056"/>
      </p:ext>
    </p:extLst>
  </p:cSld>
  <p:clrMapOvr>
    <a:masterClrMapping/>
  </p:clrMapOvr>
</p:sld>
</file>

<file path=ppt/theme/theme1.xml><?xml version="1.0" encoding="utf-8"?>
<a:theme xmlns:a="http://schemas.openxmlformats.org/drawingml/2006/main" name="LILEE Systems Template">
  <a:themeElements>
    <a:clrScheme name="LILEE">
      <a:dk1>
        <a:srgbClr val="000000"/>
      </a:dk1>
      <a:lt1>
        <a:srgbClr val="FFFFFF"/>
      </a:lt1>
      <a:dk2>
        <a:srgbClr val="4E5654"/>
      </a:dk2>
      <a:lt2>
        <a:srgbClr val="F2F2F2"/>
      </a:lt2>
      <a:accent1>
        <a:srgbClr val="FF8300"/>
      </a:accent1>
      <a:accent2>
        <a:srgbClr val="FFB700"/>
      </a:accent2>
      <a:accent3>
        <a:srgbClr val="009BDE"/>
      </a:accent3>
      <a:accent4>
        <a:srgbClr val="004F8A"/>
      </a:accent4>
      <a:accent5>
        <a:srgbClr val="003059"/>
      </a:accent5>
      <a:accent6>
        <a:srgbClr val="646569"/>
      </a:accent6>
      <a:hlink>
        <a:srgbClr val="00ABE4"/>
      </a:hlink>
      <a:folHlink>
        <a:srgbClr val="004F8A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noFill/>
        <a:ln w="6350" cmpd="sng">
          <a:solidFill>
            <a:schemeClr val="bg1">
              <a:lumMod val="75000"/>
            </a:schemeClr>
          </a:solidFill>
          <a:miter lim="800000"/>
          <a:headEnd type="none" w="med" len="med"/>
          <a:tailEnd/>
        </a:ln>
      </a:spPr>
      <a:bodyPr/>
      <a:lstStyle/>
    </a:lnDef>
  </a:objectDefaults>
  <a:extraClrSchemeLst/>
  <a:extLst>
    <a:ext uri="{05A4C25C-085E-4340-85A3-A5531E510DB2}">
      <thm15:themeFamily xmlns:thm15="http://schemas.microsoft.com/office/thememl/2012/main" name="LILEE_Presentation_Template_2023" id="{A3848087-7E3C-DF48-8BAE-C6E0CFA057F0}" vid="{CE2B6F31-D06D-3547-9A98-ABD71CCD7F4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C73C4EFB5DAC48BFAC7EA893992B05" ma:contentTypeVersion="8" ma:contentTypeDescription="Create a new document." ma:contentTypeScope="" ma:versionID="f8213bbc1ae41b369a5c9feb36a3f9a0">
  <xsd:schema xmlns:xsd="http://www.w3.org/2001/XMLSchema" xmlns:xs="http://www.w3.org/2001/XMLSchema" xmlns:p="http://schemas.microsoft.com/office/2006/metadata/properties" xmlns:ns2="79dff4d1-ff28-4b06-bbe2-f934fadda3f6" xmlns:ns3="492aa938-6765-4a19-9db1-6fe83b779830" xmlns:ns4="1cf13709-5cd1-4fd1-962b-84167ca27420" targetNamespace="http://schemas.microsoft.com/office/2006/metadata/properties" ma:root="true" ma:fieldsID="e838bc318afe25bb97099d7b1cf3300a" ns2:_="" ns3:_="" ns4:_="">
    <xsd:import namespace="79dff4d1-ff28-4b06-bbe2-f934fadda3f6"/>
    <xsd:import namespace="492aa938-6765-4a19-9db1-6fe83b779830"/>
    <xsd:import namespace="1cf13709-5cd1-4fd1-962b-84167ca27420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astSharedByUser" minOccurs="0"/>
                <xsd:element ref="ns3:LastSharedByTime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dff4d1-ff28-4b06-bbe2-f934fadda3f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2aa938-6765-4a19-9db1-6fe83b779830" elementFormDefault="qualified">
    <xsd:import namespace="http://schemas.microsoft.com/office/2006/documentManagement/types"/>
    <xsd:import namespace="http://schemas.microsoft.com/office/infopath/2007/PartnerControls"/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f13709-5cd1-4fd1-962b-84167ca274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5" nillable="true" ma:displayName="MediaServiceAutoTags" ma:description="" ma:internalName="MediaServiceAutoTag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D587BF4-9898-4A7D-A00B-07FA29388C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3275254-272F-4753-85EE-500C7A1772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9dff4d1-ff28-4b06-bbe2-f934fadda3f6"/>
    <ds:schemaRef ds:uri="492aa938-6765-4a19-9db1-6fe83b779830"/>
    <ds:schemaRef ds:uri="1cf13709-5cd1-4fd1-962b-84167ca2742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9A61148-90DC-4BE4-8E70-9F7657C5AC19}">
  <ds:schemaRefs>
    <ds:schemaRef ds:uri="http://purl.org/dc/dcmitype/"/>
    <ds:schemaRef ds:uri="http://schemas.openxmlformats.org/package/2006/metadata/core-properties"/>
    <ds:schemaRef ds:uri="79dff4d1-ff28-4b06-bbe2-f934fadda3f6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1cf13709-5cd1-4fd1-962b-84167ca27420"/>
    <ds:schemaRef ds:uri="492aa938-6765-4a19-9db1-6fe83b77983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LILEE Systems Template</Template>
  <TotalTime>179</TotalTime>
  <Words>215</Words>
  <Application>Microsoft Macintosh PowerPoint</Application>
  <PresentationFormat>On-screen Show (16:9)</PresentationFormat>
  <Paragraphs>108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.AppleSystemUIFont</vt:lpstr>
      <vt:lpstr>Arial</vt:lpstr>
      <vt:lpstr>Calibri</vt:lpstr>
      <vt:lpstr>LILEE Systems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Customer quote here, for example</vt:lpstr>
      <vt:lpstr>Table Example</vt:lpstr>
      <vt:lpstr>Transportaion Icons</vt:lpstr>
      <vt:lpstr>Colors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Claire Hsu</dc:creator>
  <cp:keywords/>
  <dc:description/>
  <cp:lastModifiedBy>Claire Hsu</cp:lastModifiedBy>
  <cp:revision>9</cp:revision>
  <cp:lastPrinted>2015-03-08T21:20:13Z</cp:lastPrinted>
  <dcterms:created xsi:type="dcterms:W3CDTF">2024-01-05T08:21:10Z</dcterms:created>
  <dcterms:modified xsi:type="dcterms:W3CDTF">2026-01-21T07:08:47Z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0x01010030C73C4EFB5DAC48BFAC7EA893992B05</vt:lpwstr>
  </property>
</Properties>
</file>